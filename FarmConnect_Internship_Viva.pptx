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B09D95-36C2-4CB1-9ABB-518DE269136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91AC728-D8EC-4070-BAC8-7A3622556D99}">
      <dgm:prSet/>
      <dgm:spPr/>
      <dgm:t>
        <a:bodyPr/>
        <a:lstStyle/>
        <a:p>
          <a:r>
            <a:rPr lang="en-US"/>
            <a:t>• Middlemen Exploitation: Commission agents control traditional APMC mandis, taking over 60% of crop value.</a:t>
          </a:r>
        </a:p>
      </dgm:t>
    </dgm:pt>
    <dgm:pt modelId="{6B233004-458A-4E01-974F-28BEA3D27EF1}" type="parTrans" cxnId="{CE23ADF8-1621-4531-A925-640165491C90}">
      <dgm:prSet/>
      <dgm:spPr/>
      <dgm:t>
        <a:bodyPr/>
        <a:lstStyle/>
        <a:p>
          <a:endParaRPr lang="en-US"/>
        </a:p>
      </dgm:t>
    </dgm:pt>
    <dgm:pt modelId="{2AA99A17-5AC7-4A71-A1EF-C31E428F3CFE}" type="sibTrans" cxnId="{CE23ADF8-1621-4531-A925-640165491C90}">
      <dgm:prSet/>
      <dgm:spPr/>
      <dgm:t>
        <a:bodyPr/>
        <a:lstStyle/>
        <a:p>
          <a:endParaRPr lang="en-US"/>
        </a:p>
      </dgm:t>
    </dgm:pt>
    <dgm:pt modelId="{DACF0D5E-D057-4665-8DAB-CBB47A2A2803}">
      <dgm:prSet/>
      <dgm:spPr/>
      <dgm:t>
        <a:bodyPr/>
        <a:lstStyle/>
        <a:p>
          <a:r>
            <a:rPr lang="en-US"/>
            <a:t>• Low Farmer Revenue: Local growers struggle with low profit margins and delayed payments.</a:t>
          </a:r>
        </a:p>
      </dgm:t>
    </dgm:pt>
    <dgm:pt modelId="{2462753D-A955-4EF8-A959-9656029B96E2}" type="parTrans" cxnId="{612F2C7C-F03D-4613-9D8E-6028517D93C8}">
      <dgm:prSet/>
      <dgm:spPr/>
      <dgm:t>
        <a:bodyPr/>
        <a:lstStyle/>
        <a:p>
          <a:endParaRPr lang="en-US"/>
        </a:p>
      </dgm:t>
    </dgm:pt>
    <dgm:pt modelId="{9D8A0CD3-17AC-4890-A484-ACE98DAFAB00}" type="sibTrans" cxnId="{612F2C7C-F03D-4613-9D8E-6028517D93C8}">
      <dgm:prSet/>
      <dgm:spPr/>
      <dgm:t>
        <a:bodyPr/>
        <a:lstStyle/>
        <a:p>
          <a:endParaRPr lang="en-US"/>
        </a:p>
      </dgm:t>
    </dgm:pt>
    <dgm:pt modelId="{90C4292F-91E0-48CE-A096-37ADEFAA81E1}">
      <dgm:prSet/>
      <dgm:spPr/>
      <dgm:t>
        <a:bodyPr/>
        <a:lstStyle/>
        <a:p>
          <a:r>
            <a:rPr lang="en-US"/>
            <a:t>• Inflation for Buyers: Consumers pay high retail markups (~15% to 20% extra) for stale produce.</a:t>
          </a:r>
        </a:p>
      </dgm:t>
    </dgm:pt>
    <dgm:pt modelId="{B0AFE1A3-3316-4C39-A8F7-6CDA552B2455}" type="parTrans" cxnId="{4B860534-FA68-4064-8A14-C0FE7847B253}">
      <dgm:prSet/>
      <dgm:spPr/>
      <dgm:t>
        <a:bodyPr/>
        <a:lstStyle/>
        <a:p>
          <a:endParaRPr lang="en-US"/>
        </a:p>
      </dgm:t>
    </dgm:pt>
    <dgm:pt modelId="{A5105635-BAC6-49AE-B2E6-5FDFCE995EC9}" type="sibTrans" cxnId="{4B860534-FA68-4064-8A14-C0FE7847B253}">
      <dgm:prSet/>
      <dgm:spPr/>
      <dgm:t>
        <a:bodyPr/>
        <a:lstStyle/>
        <a:p>
          <a:endParaRPr lang="en-US"/>
        </a:p>
      </dgm:t>
    </dgm:pt>
    <dgm:pt modelId="{1DB7957A-1B89-4E98-8283-5C1BB9158DF9}">
      <dgm:prSet/>
      <dgm:spPr/>
      <dgm:t>
        <a:bodyPr/>
        <a:lstStyle/>
        <a:p>
          <a:r>
            <a:rPr lang="en-US"/>
            <a:t>• Zero Traceability: No reliable way for consumers to check organic credentials or crop origins.</a:t>
          </a:r>
        </a:p>
      </dgm:t>
    </dgm:pt>
    <dgm:pt modelId="{A21AF29A-0505-4C99-A23E-429DCC3B8576}" type="parTrans" cxnId="{025624A0-4955-4988-837A-295EFA496440}">
      <dgm:prSet/>
      <dgm:spPr/>
      <dgm:t>
        <a:bodyPr/>
        <a:lstStyle/>
        <a:p>
          <a:endParaRPr lang="en-US"/>
        </a:p>
      </dgm:t>
    </dgm:pt>
    <dgm:pt modelId="{490483AA-4346-4241-B9D9-A97AE5A17ED7}" type="sibTrans" cxnId="{025624A0-4955-4988-837A-295EFA496440}">
      <dgm:prSet/>
      <dgm:spPr/>
      <dgm:t>
        <a:bodyPr/>
        <a:lstStyle/>
        <a:p>
          <a:endParaRPr lang="en-US"/>
        </a:p>
      </dgm:t>
    </dgm:pt>
    <dgm:pt modelId="{B92D919C-411A-4916-A28A-9EEF490C02A8}">
      <dgm:prSet/>
      <dgm:spPr/>
      <dgm:t>
        <a:bodyPr/>
        <a:lstStyle/>
        <a:p>
          <a:r>
            <a:rPr lang="en-US"/>
            <a:t>• Solution: Build a direct-trade platform bypassing all intermediaries.</a:t>
          </a:r>
        </a:p>
      </dgm:t>
    </dgm:pt>
    <dgm:pt modelId="{2A1B81D9-2CB0-4365-9C7D-8E6AEFB2A49B}" type="parTrans" cxnId="{151FBDB1-2D35-4C87-88DC-BDF055F6278C}">
      <dgm:prSet/>
      <dgm:spPr/>
      <dgm:t>
        <a:bodyPr/>
        <a:lstStyle/>
        <a:p>
          <a:endParaRPr lang="en-US"/>
        </a:p>
      </dgm:t>
    </dgm:pt>
    <dgm:pt modelId="{E6ED135D-B3CD-4CFB-97A2-941ECF23DFCC}" type="sibTrans" cxnId="{151FBDB1-2D35-4C87-88DC-BDF055F6278C}">
      <dgm:prSet/>
      <dgm:spPr/>
      <dgm:t>
        <a:bodyPr/>
        <a:lstStyle/>
        <a:p>
          <a:endParaRPr lang="en-US"/>
        </a:p>
      </dgm:t>
    </dgm:pt>
    <dgm:pt modelId="{1BBFA527-C2BA-4DFC-8E8E-3E1915448317}" type="pres">
      <dgm:prSet presAssocID="{C4B09D95-36C2-4CB1-9ABB-518DE2691367}" presName="outerComposite" presStyleCnt="0">
        <dgm:presLayoutVars>
          <dgm:chMax val="5"/>
          <dgm:dir/>
          <dgm:resizeHandles val="exact"/>
        </dgm:presLayoutVars>
      </dgm:prSet>
      <dgm:spPr/>
    </dgm:pt>
    <dgm:pt modelId="{3DA07558-30FC-49FC-812A-276EAB7A00BD}" type="pres">
      <dgm:prSet presAssocID="{C4B09D95-36C2-4CB1-9ABB-518DE2691367}" presName="dummyMaxCanvas" presStyleCnt="0">
        <dgm:presLayoutVars/>
      </dgm:prSet>
      <dgm:spPr/>
    </dgm:pt>
    <dgm:pt modelId="{0860D154-1DE7-4E3D-BC4F-437C57AC77B0}" type="pres">
      <dgm:prSet presAssocID="{C4B09D95-36C2-4CB1-9ABB-518DE2691367}" presName="FiveNodes_1" presStyleLbl="node1" presStyleIdx="0" presStyleCnt="5">
        <dgm:presLayoutVars>
          <dgm:bulletEnabled val="1"/>
        </dgm:presLayoutVars>
      </dgm:prSet>
      <dgm:spPr/>
    </dgm:pt>
    <dgm:pt modelId="{0E227D13-CA31-41EF-AE60-C1E90FD7B474}" type="pres">
      <dgm:prSet presAssocID="{C4B09D95-36C2-4CB1-9ABB-518DE2691367}" presName="FiveNodes_2" presStyleLbl="node1" presStyleIdx="1" presStyleCnt="5">
        <dgm:presLayoutVars>
          <dgm:bulletEnabled val="1"/>
        </dgm:presLayoutVars>
      </dgm:prSet>
      <dgm:spPr/>
    </dgm:pt>
    <dgm:pt modelId="{9DAF0CA7-AE84-4BBE-9466-43A09F98C7DE}" type="pres">
      <dgm:prSet presAssocID="{C4B09D95-36C2-4CB1-9ABB-518DE2691367}" presName="FiveNodes_3" presStyleLbl="node1" presStyleIdx="2" presStyleCnt="5">
        <dgm:presLayoutVars>
          <dgm:bulletEnabled val="1"/>
        </dgm:presLayoutVars>
      </dgm:prSet>
      <dgm:spPr/>
    </dgm:pt>
    <dgm:pt modelId="{3EE83AFF-AAB1-4CBB-8256-F3B3AA2970DA}" type="pres">
      <dgm:prSet presAssocID="{C4B09D95-36C2-4CB1-9ABB-518DE2691367}" presName="FiveNodes_4" presStyleLbl="node1" presStyleIdx="3" presStyleCnt="5">
        <dgm:presLayoutVars>
          <dgm:bulletEnabled val="1"/>
        </dgm:presLayoutVars>
      </dgm:prSet>
      <dgm:spPr/>
    </dgm:pt>
    <dgm:pt modelId="{94191739-F876-4F78-820D-609FAC7A4B5F}" type="pres">
      <dgm:prSet presAssocID="{C4B09D95-36C2-4CB1-9ABB-518DE2691367}" presName="FiveNodes_5" presStyleLbl="node1" presStyleIdx="4" presStyleCnt="5">
        <dgm:presLayoutVars>
          <dgm:bulletEnabled val="1"/>
        </dgm:presLayoutVars>
      </dgm:prSet>
      <dgm:spPr/>
    </dgm:pt>
    <dgm:pt modelId="{9A8651B7-4916-49AD-B5D2-4836E6E0DD8D}" type="pres">
      <dgm:prSet presAssocID="{C4B09D95-36C2-4CB1-9ABB-518DE2691367}" presName="FiveConn_1-2" presStyleLbl="fgAccFollowNode1" presStyleIdx="0" presStyleCnt="4">
        <dgm:presLayoutVars>
          <dgm:bulletEnabled val="1"/>
        </dgm:presLayoutVars>
      </dgm:prSet>
      <dgm:spPr/>
    </dgm:pt>
    <dgm:pt modelId="{27C61434-D5D3-43FF-B11B-26DF5749C91F}" type="pres">
      <dgm:prSet presAssocID="{C4B09D95-36C2-4CB1-9ABB-518DE2691367}" presName="FiveConn_2-3" presStyleLbl="fgAccFollowNode1" presStyleIdx="1" presStyleCnt="4">
        <dgm:presLayoutVars>
          <dgm:bulletEnabled val="1"/>
        </dgm:presLayoutVars>
      </dgm:prSet>
      <dgm:spPr/>
    </dgm:pt>
    <dgm:pt modelId="{A8AE5F75-5F63-4572-BA96-3A02945E26E9}" type="pres">
      <dgm:prSet presAssocID="{C4B09D95-36C2-4CB1-9ABB-518DE2691367}" presName="FiveConn_3-4" presStyleLbl="fgAccFollowNode1" presStyleIdx="2" presStyleCnt="4">
        <dgm:presLayoutVars>
          <dgm:bulletEnabled val="1"/>
        </dgm:presLayoutVars>
      </dgm:prSet>
      <dgm:spPr/>
    </dgm:pt>
    <dgm:pt modelId="{CC610DCB-CA25-401C-B30B-01A70B14E869}" type="pres">
      <dgm:prSet presAssocID="{C4B09D95-36C2-4CB1-9ABB-518DE2691367}" presName="FiveConn_4-5" presStyleLbl="fgAccFollowNode1" presStyleIdx="3" presStyleCnt="4">
        <dgm:presLayoutVars>
          <dgm:bulletEnabled val="1"/>
        </dgm:presLayoutVars>
      </dgm:prSet>
      <dgm:spPr/>
    </dgm:pt>
    <dgm:pt modelId="{964F2987-F612-4F92-A169-2FAB38E72D46}" type="pres">
      <dgm:prSet presAssocID="{C4B09D95-36C2-4CB1-9ABB-518DE2691367}" presName="FiveNodes_1_text" presStyleLbl="node1" presStyleIdx="4" presStyleCnt="5">
        <dgm:presLayoutVars>
          <dgm:bulletEnabled val="1"/>
        </dgm:presLayoutVars>
      </dgm:prSet>
      <dgm:spPr/>
    </dgm:pt>
    <dgm:pt modelId="{71959F30-2C75-4727-9651-5600E06159E0}" type="pres">
      <dgm:prSet presAssocID="{C4B09D95-36C2-4CB1-9ABB-518DE2691367}" presName="FiveNodes_2_text" presStyleLbl="node1" presStyleIdx="4" presStyleCnt="5">
        <dgm:presLayoutVars>
          <dgm:bulletEnabled val="1"/>
        </dgm:presLayoutVars>
      </dgm:prSet>
      <dgm:spPr/>
    </dgm:pt>
    <dgm:pt modelId="{013A46EC-925E-4B98-A4EF-FD6BBE0CB859}" type="pres">
      <dgm:prSet presAssocID="{C4B09D95-36C2-4CB1-9ABB-518DE2691367}" presName="FiveNodes_3_text" presStyleLbl="node1" presStyleIdx="4" presStyleCnt="5">
        <dgm:presLayoutVars>
          <dgm:bulletEnabled val="1"/>
        </dgm:presLayoutVars>
      </dgm:prSet>
      <dgm:spPr/>
    </dgm:pt>
    <dgm:pt modelId="{44698C90-16DC-441A-A514-BD22D68CD3C4}" type="pres">
      <dgm:prSet presAssocID="{C4B09D95-36C2-4CB1-9ABB-518DE2691367}" presName="FiveNodes_4_text" presStyleLbl="node1" presStyleIdx="4" presStyleCnt="5">
        <dgm:presLayoutVars>
          <dgm:bulletEnabled val="1"/>
        </dgm:presLayoutVars>
      </dgm:prSet>
      <dgm:spPr/>
    </dgm:pt>
    <dgm:pt modelId="{EB8A5FD0-BE5B-4A01-8D80-2AA84A4C8821}" type="pres">
      <dgm:prSet presAssocID="{C4B09D95-36C2-4CB1-9ABB-518DE269136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7B8090D-115C-418D-9E8C-657CE9C1E5D9}" type="presOf" srcId="{1DB7957A-1B89-4E98-8283-5C1BB9158DF9}" destId="{3EE83AFF-AAB1-4CBB-8256-F3B3AA2970DA}" srcOrd="0" destOrd="0" presId="urn:microsoft.com/office/officeart/2005/8/layout/vProcess5"/>
    <dgm:cxn modelId="{340C6811-F240-4F56-B819-1034AA15FCC2}" type="presOf" srcId="{2AA99A17-5AC7-4A71-A1EF-C31E428F3CFE}" destId="{9A8651B7-4916-49AD-B5D2-4836E6E0DD8D}" srcOrd="0" destOrd="0" presId="urn:microsoft.com/office/officeart/2005/8/layout/vProcess5"/>
    <dgm:cxn modelId="{ACC7DA21-6CA3-4785-886C-9FC280966CD4}" type="presOf" srcId="{B92D919C-411A-4916-A28A-9EEF490C02A8}" destId="{94191739-F876-4F78-820D-609FAC7A4B5F}" srcOrd="0" destOrd="0" presId="urn:microsoft.com/office/officeart/2005/8/layout/vProcess5"/>
    <dgm:cxn modelId="{F285F428-FC78-4897-8305-0F675FDD8470}" type="presOf" srcId="{DACF0D5E-D057-4665-8DAB-CBB47A2A2803}" destId="{0E227D13-CA31-41EF-AE60-C1E90FD7B474}" srcOrd="0" destOrd="0" presId="urn:microsoft.com/office/officeart/2005/8/layout/vProcess5"/>
    <dgm:cxn modelId="{4B860534-FA68-4064-8A14-C0FE7847B253}" srcId="{C4B09D95-36C2-4CB1-9ABB-518DE2691367}" destId="{90C4292F-91E0-48CE-A096-37ADEFAA81E1}" srcOrd="2" destOrd="0" parTransId="{B0AFE1A3-3316-4C39-A8F7-6CDA552B2455}" sibTransId="{A5105635-BAC6-49AE-B2E6-5FDFCE995EC9}"/>
    <dgm:cxn modelId="{D3AB1B5D-D626-4417-9C73-E965CA2A4B3E}" type="presOf" srcId="{1DB7957A-1B89-4E98-8283-5C1BB9158DF9}" destId="{44698C90-16DC-441A-A514-BD22D68CD3C4}" srcOrd="1" destOrd="0" presId="urn:microsoft.com/office/officeart/2005/8/layout/vProcess5"/>
    <dgm:cxn modelId="{9359C344-FDF1-4C54-9615-8318C7D23E98}" type="presOf" srcId="{DACF0D5E-D057-4665-8DAB-CBB47A2A2803}" destId="{71959F30-2C75-4727-9651-5600E06159E0}" srcOrd="1" destOrd="0" presId="urn:microsoft.com/office/officeart/2005/8/layout/vProcess5"/>
    <dgm:cxn modelId="{5E0C566E-1090-4981-800A-A57F153E95B8}" type="presOf" srcId="{90C4292F-91E0-48CE-A096-37ADEFAA81E1}" destId="{013A46EC-925E-4B98-A4EF-FD6BBE0CB859}" srcOrd="1" destOrd="0" presId="urn:microsoft.com/office/officeart/2005/8/layout/vProcess5"/>
    <dgm:cxn modelId="{612F2C7C-F03D-4613-9D8E-6028517D93C8}" srcId="{C4B09D95-36C2-4CB1-9ABB-518DE2691367}" destId="{DACF0D5E-D057-4665-8DAB-CBB47A2A2803}" srcOrd="1" destOrd="0" parTransId="{2462753D-A955-4EF8-A959-9656029B96E2}" sibTransId="{9D8A0CD3-17AC-4890-A484-ACE98DAFAB00}"/>
    <dgm:cxn modelId="{5C8E567D-C76F-4ADD-8A55-24E867CC8EE5}" type="presOf" srcId="{F91AC728-D8EC-4070-BAC8-7A3622556D99}" destId="{964F2987-F612-4F92-A169-2FAB38E72D46}" srcOrd="1" destOrd="0" presId="urn:microsoft.com/office/officeart/2005/8/layout/vProcess5"/>
    <dgm:cxn modelId="{343A8094-A1DD-442A-B8F3-0B21F4A50055}" type="presOf" srcId="{A5105635-BAC6-49AE-B2E6-5FDFCE995EC9}" destId="{A8AE5F75-5F63-4572-BA96-3A02945E26E9}" srcOrd="0" destOrd="0" presId="urn:microsoft.com/office/officeart/2005/8/layout/vProcess5"/>
    <dgm:cxn modelId="{8783039C-AFCF-45CB-B4CB-4B827AE30EC4}" type="presOf" srcId="{B92D919C-411A-4916-A28A-9EEF490C02A8}" destId="{EB8A5FD0-BE5B-4A01-8D80-2AA84A4C8821}" srcOrd="1" destOrd="0" presId="urn:microsoft.com/office/officeart/2005/8/layout/vProcess5"/>
    <dgm:cxn modelId="{025624A0-4955-4988-837A-295EFA496440}" srcId="{C4B09D95-36C2-4CB1-9ABB-518DE2691367}" destId="{1DB7957A-1B89-4E98-8283-5C1BB9158DF9}" srcOrd="3" destOrd="0" parTransId="{A21AF29A-0505-4C99-A23E-429DCC3B8576}" sibTransId="{490483AA-4346-4241-B9D9-A97AE5A17ED7}"/>
    <dgm:cxn modelId="{C8705EA2-9EF0-4193-845C-BB4C433A4A28}" type="presOf" srcId="{9D8A0CD3-17AC-4890-A484-ACE98DAFAB00}" destId="{27C61434-D5D3-43FF-B11B-26DF5749C91F}" srcOrd="0" destOrd="0" presId="urn:microsoft.com/office/officeart/2005/8/layout/vProcess5"/>
    <dgm:cxn modelId="{B06258A7-7E45-412C-A9CF-82B07D6679E1}" type="presOf" srcId="{490483AA-4346-4241-B9D9-A97AE5A17ED7}" destId="{CC610DCB-CA25-401C-B30B-01A70B14E869}" srcOrd="0" destOrd="0" presId="urn:microsoft.com/office/officeart/2005/8/layout/vProcess5"/>
    <dgm:cxn modelId="{151FBDB1-2D35-4C87-88DC-BDF055F6278C}" srcId="{C4B09D95-36C2-4CB1-9ABB-518DE2691367}" destId="{B92D919C-411A-4916-A28A-9EEF490C02A8}" srcOrd="4" destOrd="0" parTransId="{2A1B81D9-2CB0-4365-9C7D-8E6AEFB2A49B}" sibTransId="{E6ED135D-B3CD-4CFB-97A2-941ECF23DFCC}"/>
    <dgm:cxn modelId="{38BB39C2-231E-49A8-8C36-D52D8B93203D}" type="presOf" srcId="{C4B09D95-36C2-4CB1-9ABB-518DE2691367}" destId="{1BBFA527-C2BA-4DFC-8E8E-3E1915448317}" srcOrd="0" destOrd="0" presId="urn:microsoft.com/office/officeart/2005/8/layout/vProcess5"/>
    <dgm:cxn modelId="{56A450F1-4EF6-424B-9B65-8A0ECB6325D2}" type="presOf" srcId="{90C4292F-91E0-48CE-A096-37ADEFAA81E1}" destId="{9DAF0CA7-AE84-4BBE-9466-43A09F98C7DE}" srcOrd="0" destOrd="0" presId="urn:microsoft.com/office/officeart/2005/8/layout/vProcess5"/>
    <dgm:cxn modelId="{9C224EF2-3A28-40F7-B8BF-8283A3A4DDF3}" type="presOf" srcId="{F91AC728-D8EC-4070-BAC8-7A3622556D99}" destId="{0860D154-1DE7-4E3D-BC4F-437C57AC77B0}" srcOrd="0" destOrd="0" presId="urn:microsoft.com/office/officeart/2005/8/layout/vProcess5"/>
    <dgm:cxn modelId="{CE23ADF8-1621-4531-A925-640165491C90}" srcId="{C4B09D95-36C2-4CB1-9ABB-518DE2691367}" destId="{F91AC728-D8EC-4070-BAC8-7A3622556D99}" srcOrd="0" destOrd="0" parTransId="{6B233004-458A-4E01-974F-28BEA3D27EF1}" sibTransId="{2AA99A17-5AC7-4A71-A1EF-C31E428F3CFE}"/>
    <dgm:cxn modelId="{00C40EB6-2474-452B-8498-764433B17D73}" type="presParOf" srcId="{1BBFA527-C2BA-4DFC-8E8E-3E1915448317}" destId="{3DA07558-30FC-49FC-812A-276EAB7A00BD}" srcOrd="0" destOrd="0" presId="urn:microsoft.com/office/officeart/2005/8/layout/vProcess5"/>
    <dgm:cxn modelId="{EA892401-67D5-4E66-A377-1A4DD448ECBA}" type="presParOf" srcId="{1BBFA527-C2BA-4DFC-8E8E-3E1915448317}" destId="{0860D154-1DE7-4E3D-BC4F-437C57AC77B0}" srcOrd="1" destOrd="0" presId="urn:microsoft.com/office/officeart/2005/8/layout/vProcess5"/>
    <dgm:cxn modelId="{7CF9A958-9869-45F7-9D3F-6941433C5853}" type="presParOf" srcId="{1BBFA527-C2BA-4DFC-8E8E-3E1915448317}" destId="{0E227D13-CA31-41EF-AE60-C1E90FD7B474}" srcOrd="2" destOrd="0" presId="urn:microsoft.com/office/officeart/2005/8/layout/vProcess5"/>
    <dgm:cxn modelId="{080B5C48-C83D-40E4-BD8E-BFB20736CDD4}" type="presParOf" srcId="{1BBFA527-C2BA-4DFC-8E8E-3E1915448317}" destId="{9DAF0CA7-AE84-4BBE-9466-43A09F98C7DE}" srcOrd="3" destOrd="0" presId="urn:microsoft.com/office/officeart/2005/8/layout/vProcess5"/>
    <dgm:cxn modelId="{FACD9D34-E759-450C-917C-CDAF44FBF0A2}" type="presParOf" srcId="{1BBFA527-C2BA-4DFC-8E8E-3E1915448317}" destId="{3EE83AFF-AAB1-4CBB-8256-F3B3AA2970DA}" srcOrd="4" destOrd="0" presId="urn:microsoft.com/office/officeart/2005/8/layout/vProcess5"/>
    <dgm:cxn modelId="{79CDBFE8-FB2E-4819-9F35-10BC26DE29ED}" type="presParOf" srcId="{1BBFA527-C2BA-4DFC-8E8E-3E1915448317}" destId="{94191739-F876-4F78-820D-609FAC7A4B5F}" srcOrd="5" destOrd="0" presId="urn:microsoft.com/office/officeart/2005/8/layout/vProcess5"/>
    <dgm:cxn modelId="{AA50E2D1-696B-4496-AA4D-432CC18258AC}" type="presParOf" srcId="{1BBFA527-C2BA-4DFC-8E8E-3E1915448317}" destId="{9A8651B7-4916-49AD-B5D2-4836E6E0DD8D}" srcOrd="6" destOrd="0" presId="urn:microsoft.com/office/officeart/2005/8/layout/vProcess5"/>
    <dgm:cxn modelId="{F39A73A6-5C74-41D3-A4FE-97B98F6155F9}" type="presParOf" srcId="{1BBFA527-C2BA-4DFC-8E8E-3E1915448317}" destId="{27C61434-D5D3-43FF-B11B-26DF5749C91F}" srcOrd="7" destOrd="0" presId="urn:microsoft.com/office/officeart/2005/8/layout/vProcess5"/>
    <dgm:cxn modelId="{443694ED-28DB-4240-B95B-53821317C008}" type="presParOf" srcId="{1BBFA527-C2BA-4DFC-8E8E-3E1915448317}" destId="{A8AE5F75-5F63-4572-BA96-3A02945E26E9}" srcOrd="8" destOrd="0" presId="urn:microsoft.com/office/officeart/2005/8/layout/vProcess5"/>
    <dgm:cxn modelId="{7CADC384-851D-4642-9750-3DFBF225C418}" type="presParOf" srcId="{1BBFA527-C2BA-4DFC-8E8E-3E1915448317}" destId="{CC610DCB-CA25-401C-B30B-01A70B14E869}" srcOrd="9" destOrd="0" presId="urn:microsoft.com/office/officeart/2005/8/layout/vProcess5"/>
    <dgm:cxn modelId="{3C7C1A11-719E-41D5-9C1C-32CDD6899368}" type="presParOf" srcId="{1BBFA527-C2BA-4DFC-8E8E-3E1915448317}" destId="{964F2987-F612-4F92-A169-2FAB38E72D46}" srcOrd="10" destOrd="0" presId="urn:microsoft.com/office/officeart/2005/8/layout/vProcess5"/>
    <dgm:cxn modelId="{989F3128-CC23-456D-81F0-3D949EC9EF79}" type="presParOf" srcId="{1BBFA527-C2BA-4DFC-8E8E-3E1915448317}" destId="{71959F30-2C75-4727-9651-5600E06159E0}" srcOrd="11" destOrd="0" presId="urn:microsoft.com/office/officeart/2005/8/layout/vProcess5"/>
    <dgm:cxn modelId="{CD5FDC3C-0459-418D-8363-15E9B7FFC9C9}" type="presParOf" srcId="{1BBFA527-C2BA-4DFC-8E8E-3E1915448317}" destId="{013A46EC-925E-4B98-A4EF-FD6BBE0CB859}" srcOrd="12" destOrd="0" presId="urn:microsoft.com/office/officeart/2005/8/layout/vProcess5"/>
    <dgm:cxn modelId="{7A3E4619-0143-41F9-AC81-1C0D8FD05268}" type="presParOf" srcId="{1BBFA527-C2BA-4DFC-8E8E-3E1915448317}" destId="{44698C90-16DC-441A-A514-BD22D68CD3C4}" srcOrd="13" destOrd="0" presId="urn:microsoft.com/office/officeart/2005/8/layout/vProcess5"/>
    <dgm:cxn modelId="{F1391B10-889A-481A-BE8F-4E3B537CDA93}" type="presParOf" srcId="{1BBFA527-C2BA-4DFC-8E8E-3E1915448317}" destId="{EB8A5FD0-BE5B-4A01-8D80-2AA84A4C882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43C3AC-F505-4007-B7B9-F6ABE3737D7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6BAF84-F4B3-48EA-AEDC-C01B974BEB65}">
      <dgm:prSet/>
      <dgm:spPr/>
      <dgm:t>
        <a:bodyPr/>
        <a:lstStyle/>
        <a:p>
          <a:r>
            <a:rPr lang="en-US"/>
            <a:t>• Project Nature: Self-initiated incubation project mentored by the Department of Computer Science.</a:t>
          </a:r>
        </a:p>
      </dgm:t>
    </dgm:pt>
    <dgm:pt modelId="{2FE18488-055E-4A3C-AA15-374F59F31C8F}" type="parTrans" cxnId="{309091BB-B8BA-4304-8526-CE496B92294D}">
      <dgm:prSet/>
      <dgm:spPr/>
      <dgm:t>
        <a:bodyPr/>
        <a:lstStyle/>
        <a:p>
          <a:endParaRPr lang="en-US"/>
        </a:p>
      </dgm:t>
    </dgm:pt>
    <dgm:pt modelId="{94E15910-D28E-4148-A2BA-C27C0538A34D}" type="sibTrans" cxnId="{309091BB-B8BA-4304-8526-CE496B92294D}">
      <dgm:prSet/>
      <dgm:spPr/>
      <dgm:t>
        <a:bodyPr/>
        <a:lstStyle/>
        <a:p>
          <a:endParaRPr lang="en-US"/>
        </a:p>
      </dgm:t>
    </dgm:pt>
    <dgm:pt modelId="{5F69343F-B336-4394-8FD7-CA155AE2309F}">
      <dgm:prSet/>
      <dgm:spPr/>
      <dgm:t>
        <a:bodyPr/>
        <a:lstStyle/>
        <a:p>
          <a:r>
            <a:rPr lang="en-US"/>
            <a:t>• Affiliation: Department of Computer Science, PSGR Krishnammal College for Women, Coimbatore.</a:t>
          </a:r>
        </a:p>
      </dgm:t>
    </dgm:pt>
    <dgm:pt modelId="{9359C8E9-49E6-4742-B0F9-4E305BD08FF0}" type="parTrans" cxnId="{19FBC068-0235-452D-8474-787196C2783D}">
      <dgm:prSet/>
      <dgm:spPr/>
      <dgm:t>
        <a:bodyPr/>
        <a:lstStyle/>
        <a:p>
          <a:endParaRPr lang="en-US"/>
        </a:p>
      </dgm:t>
    </dgm:pt>
    <dgm:pt modelId="{D2DB7A32-0AA4-457F-90EC-FC324A3200F0}" type="sibTrans" cxnId="{19FBC068-0235-452D-8474-787196C2783D}">
      <dgm:prSet/>
      <dgm:spPr/>
      <dgm:t>
        <a:bodyPr/>
        <a:lstStyle/>
        <a:p>
          <a:endParaRPr lang="en-US"/>
        </a:p>
      </dgm:t>
    </dgm:pt>
    <dgm:pt modelId="{90129FE2-F91F-4324-99DB-9D2F02B21124}">
      <dgm:prSet/>
      <dgm:spPr/>
      <dgm:t>
        <a:bodyPr/>
        <a:lstStyle/>
        <a:p>
          <a:r>
            <a:rPr lang="en-US"/>
            <a:t>• Operational Scope: Empowering rural farmers via digital trading tools, localized systems, and transparency passports.</a:t>
          </a:r>
        </a:p>
      </dgm:t>
    </dgm:pt>
    <dgm:pt modelId="{2D96C265-E08E-4A3B-9E92-AA0AF46DFBC1}" type="parTrans" cxnId="{FBBFD8DD-3BA0-478F-B6B2-E45FBCD486EA}">
      <dgm:prSet/>
      <dgm:spPr/>
      <dgm:t>
        <a:bodyPr/>
        <a:lstStyle/>
        <a:p>
          <a:endParaRPr lang="en-US"/>
        </a:p>
      </dgm:t>
    </dgm:pt>
    <dgm:pt modelId="{644F60F5-718F-4D1B-A5D9-0A6AB6DB098C}" type="sibTrans" cxnId="{FBBFD8DD-3BA0-478F-B6B2-E45FBCD486EA}">
      <dgm:prSet/>
      <dgm:spPr/>
      <dgm:t>
        <a:bodyPr/>
        <a:lstStyle/>
        <a:p>
          <a:endParaRPr lang="en-US"/>
        </a:p>
      </dgm:t>
    </dgm:pt>
    <dgm:pt modelId="{88FEC4AA-5287-430B-B037-8B031661F7F4}">
      <dgm:prSet/>
      <dgm:spPr/>
      <dgm:t>
        <a:bodyPr/>
        <a:lstStyle/>
        <a:p>
          <a:r>
            <a:rPr lang="en-US"/>
            <a:t>• Core Vision: Bridging the digital divide for growers in Tamil Nadu, starting with Madurai &amp; Coimbatore agricultural grids.</a:t>
          </a:r>
        </a:p>
      </dgm:t>
    </dgm:pt>
    <dgm:pt modelId="{5810E86E-C17B-4F47-B271-8D0F7FCB1C05}" type="parTrans" cxnId="{AFFC999D-E316-4A9F-9560-B336EFB1D100}">
      <dgm:prSet/>
      <dgm:spPr/>
      <dgm:t>
        <a:bodyPr/>
        <a:lstStyle/>
        <a:p>
          <a:endParaRPr lang="en-US"/>
        </a:p>
      </dgm:t>
    </dgm:pt>
    <dgm:pt modelId="{CC10DE03-DAC8-49F6-A903-420FF8F614A6}" type="sibTrans" cxnId="{AFFC999D-E316-4A9F-9560-B336EFB1D100}">
      <dgm:prSet/>
      <dgm:spPr/>
      <dgm:t>
        <a:bodyPr/>
        <a:lstStyle/>
        <a:p>
          <a:endParaRPr lang="en-US"/>
        </a:p>
      </dgm:t>
    </dgm:pt>
    <dgm:pt modelId="{BAEBD52A-FCE5-4CD7-9269-1CACAC6B3E22}" type="pres">
      <dgm:prSet presAssocID="{EB43C3AC-F505-4007-B7B9-F6ABE3737D76}" presName="outerComposite" presStyleCnt="0">
        <dgm:presLayoutVars>
          <dgm:chMax val="5"/>
          <dgm:dir/>
          <dgm:resizeHandles val="exact"/>
        </dgm:presLayoutVars>
      </dgm:prSet>
      <dgm:spPr/>
    </dgm:pt>
    <dgm:pt modelId="{AFF9A1D8-BAB0-4723-8CBB-ED6AAE52CC25}" type="pres">
      <dgm:prSet presAssocID="{EB43C3AC-F505-4007-B7B9-F6ABE3737D76}" presName="dummyMaxCanvas" presStyleCnt="0">
        <dgm:presLayoutVars/>
      </dgm:prSet>
      <dgm:spPr/>
    </dgm:pt>
    <dgm:pt modelId="{75AB40F7-635F-4C7B-8D3A-2D202D26E76B}" type="pres">
      <dgm:prSet presAssocID="{EB43C3AC-F505-4007-B7B9-F6ABE3737D76}" presName="FourNodes_1" presStyleLbl="node1" presStyleIdx="0" presStyleCnt="4">
        <dgm:presLayoutVars>
          <dgm:bulletEnabled val="1"/>
        </dgm:presLayoutVars>
      </dgm:prSet>
      <dgm:spPr/>
    </dgm:pt>
    <dgm:pt modelId="{D1833870-67D8-452A-8052-9467AE5209FB}" type="pres">
      <dgm:prSet presAssocID="{EB43C3AC-F505-4007-B7B9-F6ABE3737D76}" presName="FourNodes_2" presStyleLbl="node1" presStyleIdx="1" presStyleCnt="4">
        <dgm:presLayoutVars>
          <dgm:bulletEnabled val="1"/>
        </dgm:presLayoutVars>
      </dgm:prSet>
      <dgm:spPr/>
    </dgm:pt>
    <dgm:pt modelId="{F93CE152-66BD-46C0-8DC3-85225BFDE1D3}" type="pres">
      <dgm:prSet presAssocID="{EB43C3AC-F505-4007-B7B9-F6ABE3737D76}" presName="FourNodes_3" presStyleLbl="node1" presStyleIdx="2" presStyleCnt="4">
        <dgm:presLayoutVars>
          <dgm:bulletEnabled val="1"/>
        </dgm:presLayoutVars>
      </dgm:prSet>
      <dgm:spPr/>
    </dgm:pt>
    <dgm:pt modelId="{43928269-52EA-4DF2-92E0-91AAD820251E}" type="pres">
      <dgm:prSet presAssocID="{EB43C3AC-F505-4007-B7B9-F6ABE3737D76}" presName="FourNodes_4" presStyleLbl="node1" presStyleIdx="3" presStyleCnt="4">
        <dgm:presLayoutVars>
          <dgm:bulletEnabled val="1"/>
        </dgm:presLayoutVars>
      </dgm:prSet>
      <dgm:spPr/>
    </dgm:pt>
    <dgm:pt modelId="{630FA7E9-2F7B-42A8-AFDB-E922F4CEEA0E}" type="pres">
      <dgm:prSet presAssocID="{EB43C3AC-F505-4007-B7B9-F6ABE3737D76}" presName="FourConn_1-2" presStyleLbl="fgAccFollowNode1" presStyleIdx="0" presStyleCnt="3">
        <dgm:presLayoutVars>
          <dgm:bulletEnabled val="1"/>
        </dgm:presLayoutVars>
      </dgm:prSet>
      <dgm:spPr/>
    </dgm:pt>
    <dgm:pt modelId="{9998BF61-6CB1-4786-B113-A18F0AD8577E}" type="pres">
      <dgm:prSet presAssocID="{EB43C3AC-F505-4007-B7B9-F6ABE3737D76}" presName="FourConn_2-3" presStyleLbl="fgAccFollowNode1" presStyleIdx="1" presStyleCnt="3">
        <dgm:presLayoutVars>
          <dgm:bulletEnabled val="1"/>
        </dgm:presLayoutVars>
      </dgm:prSet>
      <dgm:spPr/>
    </dgm:pt>
    <dgm:pt modelId="{215D7E9D-5063-4137-B058-4B09D49ECD19}" type="pres">
      <dgm:prSet presAssocID="{EB43C3AC-F505-4007-B7B9-F6ABE3737D76}" presName="FourConn_3-4" presStyleLbl="fgAccFollowNode1" presStyleIdx="2" presStyleCnt="3">
        <dgm:presLayoutVars>
          <dgm:bulletEnabled val="1"/>
        </dgm:presLayoutVars>
      </dgm:prSet>
      <dgm:spPr/>
    </dgm:pt>
    <dgm:pt modelId="{9CF23944-E6A4-483A-BDA4-CEDA6D155501}" type="pres">
      <dgm:prSet presAssocID="{EB43C3AC-F505-4007-B7B9-F6ABE3737D76}" presName="FourNodes_1_text" presStyleLbl="node1" presStyleIdx="3" presStyleCnt="4">
        <dgm:presLayoutVars>
          <dgm:bulletEnabled val="1"/>
        </dgm:presLayoutVars>
      </dgm:prSet>
      <dgm:spPr/>
    </dgm:pt>
    <dgm:pt modelId="{6F92DE88-AC39-469B-9E9C-5B15517A3DF4}" type="pres">
      <dgm:prSet presAssocID="{EB43C3AC-F505-4007-B7B9-F6ABE3737D76}" presName="FourNodes_2_text" presStyleLbl="node1" presStyleIdx="3" presStyleCnt="4">
        <dgm:presLayoutVars>
          <dgm:bulletEnabled val="1"/>
        </dgm:presLayoutVars>
      </dgm:prSet>
      <dgm:spPr/>
    </dgm:pt>
    <dgm:pt modelId="{F5BAA740-5FB4-4CBC-AE80-8227C4E49317}" type="pres">
      <dgm:prSet presAssocID="{EB43C3AC-F505-4007-B7B9-F6ABE3737D76}" presName="FourNodes_3_text" presStyleLbl="node1" presStyleIdx="3" presStyleCnt="4">
        <dgm:presLayoutVars>
          <dgm:bulletEnabled val="1"/>
        </dgm:presLayoutVars>
      </dgm:prSet>
      <dgm:spPr/>
    </dgm:pt>
    <dgm:pt modelId="{90453C9E-3477-418C-BAEB-8094E76F2CB7}" type="pres">
      <dgm:prSet presAssocID="{EB43C3AC-F505-4007-B7B9-F6ABE3737D7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E30682E-BE5C-4402-9B49-E35C0E74D6B8}" type="presOf" srcId="{90129FE2-F91F-4324-99DB-9D2F02B21124}" destId="{F93CE152-66BD-46C0-8DC3-85225BFDE1D3}" srcOrd="0" destOrd="0" presId="urn:microsoft.com/office/officeart/2005/8/layout/vProcess5"/>
    <dgm:cxn modelId="{19FBC068-0235-452D-8474-787196C2783D}" srcId="{EB43C3AC-F505-4007-B7B9-F6ABE3737D76}" destId="{5F69343F-B336-4394-8FD7-CA155AE2309F}" srcOrd="1" destOrd="0" parTransId="{9359C8E9-49E6-4742-B0F9-4E305BD08FF0}" sibTransId="{D2DB7A32-0AA4-457F-90EC-FC324A3200F0}"/>
    <dgm:cxn modelId="{6C73AB4E-DD85-4711-8C3F-8F96102B6F50}" type="presOf" srcId="{D2DB7A32-0AA4-457F-90EC-FC324A3200F0}" destId="{9998BF61-6CB1-4786-B113-A18F0AD8577E}" srcOrd="0" destOrd="0" presId="urn:microsoft.com/office/officeart/2005/8/layout/vProcess5"/>
    <dgm:cxn modelId="{6EA8D151-5879-4C43-8A3E-E1D62A319DD3}" type="presOf" srcId="{88FEC4AA-5287-430B-B037-8B031661F7F4}" destId="{43928269-52EA-4DF2-92E0-91AAD820251E}" srcOrd="0" destOrd="0" presId="urn:microsoft.com/office/officeart/2005/8/layout/vProcess5"/>
    <dgm:cxn modelId="{207EC676-F893-42C1-AA11-687262E34A77}" type="presOf" srcId="{90129FE2-F91F-4324-99DB-9D2F02B21124}" destId="{F5BAA740-5FB4-4CBC-AE80-8227C4E49317}" srcOrd="1" destOrd="0" presId="urn:microsoft.com/office/officeart/2005/8/layout/vProcess5"/>
    <dgm:cxn modelId="{0E9B4E58-B02E-4298-B334-EC4D8061A108}" type="presOf" srcId="{446BAF84-F4B3-48EA-AEDC-C01B974BEB65}" destId="{9CF23944-E6A4-483A-BDA4-CEDA6D155501}" srcOrd="1" destOrd="0" presId="urn:microsoft.com/office/officeart/2005/8/layout/vProcess5"/>
    <dgm:cxn modelId="{719C915A-D2E1-409F-A7CA-C71B3F69FBC0}" type="presOf" srcId="{94E15910-D28E-4148-A2BA-C27C0538A34D}" destId="{630FA7E9-2F7B-42A8-AFDB-E922F4CEEA0E}" srcOrd="0" destOrd="0" presId="urn:microsoft.com/office/officeart/2005/8/layout/vProcess5"/>
    <dgm:cxn modelId="{7E5D4193-DD5F-4766-B033-5F643E0CA574}" type="presOf" srcId="{EB43C3AC-F505-4007-B7B9-F6ABE3737D76}" destId="{BAEBD52A-FCE5-4CD7-9269-1CACAC6B3E22}" srcOrd="0" destOrd="0" presId="urn:microsoft.com/office/officeart/2005/8/layout/vProcess5"/>
    <dgm:cxn modelId="{9E62389C-305A-4AB0-ADFB-DE4A7E271DDF}" type="presOf" srcId="{5F69343F-B336-4394-8FD7-CA155AE2309F}" destId="{6F92DE88-AC39-469B-9E9C-5B15517A3DF4}" srcOrd="1" destOrd="0" presId="urn:microsoft.com/office/officeart/2005/8/layout/vProcess5"/>
    <dgm:cxn modelId="{AFFC999D-E316-4A9F-9560-B336EFB1D100}" srcId="{EB43C3AC-F505-4007-B7B9-F6ABE3737D76}" destId="{88FEC4AA-5287-430B-B037-8B031661F7F4}" srcOrd="3" destOrd="0" parTransId="{5810E86E-C17B-4F47-B271-8D0F7FCB1C05}" sibTransId="{CC10DE03-DAC8-49F6-A903-420FF8F614A6}"/>
    <dgm:cxn modelId="{309091BB-B8BA-4304-8526-CE496B92294D}" srcId="{EB43C3AC-F505-4007-B7B9-F6ABE3737D76}" destId="{446BAF84-F4B3-48EA-AEDC-C01B974BEB65}" srcOrd="0" destOrd="0" parTransId="{2FE18488-055E-4A3C-AA15-374F59F31C8F}" sibTransId="{94E15910-D28E-4148-A2BA-C27C0538A34D}"/>
    <dgm:cxn modelId="{1D8CD8BC-D722-4642-976A-5B8C3ECB4184}" type="presOf" srcId="{5F69343F-B336-4394-8FD7-CA155AE2309F}" destId="{D1833870-67D8-452A-8052-9467AE5209FB}" srcOrd="0" destOrd="0" presId="urn:microsoft.com/office/officeart/2005/8/layout/vProcess5"/>
    <dgm:cxn modelId="{349D71D3-14CC-49E2-BB6B-29CC39445BEF}" type="presOf" srcId="{88FEC4AA-5287-430B-B037-8B031661F7F4}" destId="{90453C9E-3477-418C-BAEB-8094E76F2CB7}" srcOrd="1" destOrd="0" presId="urn:microsoft.com/office/officeart/2005/8/layout/vProcess5"/>
    <dgm:cxn modelId="{FBBFD8DD-3BA0-478F-B6B2-E45FBCD486EA}" srcId="{EB43C3AC-F505-4007-B7B9-F6ABE3737D76}" destId="{90129FE2-F91F-4324-99DB-9D2F02B21124}" srcOrd="2" destOrd="0" parTransId="{2D96C265-E08E-4A3B-9E92-AA0AF46DFBC1}" sibTransId="{644F60F5-718F-4D1B-A5D9-0A6AB6DB098C}"/>
    <dgm:cxn modelId="{ACC25EE1-C0A5-4A9A-B151-E5D489CDA2E1}" type="presOf" srcId="{644F60F5-718F-4D1B-A5D9-0A6AB6DB098C}" destId="{215D7E9D-5063-4137-B058-4B09D49ECD19}" srcOrd="0" destOrd="0" presId="urn:microsoft.com/office/officeart/2005/8/layout/vProcess5"/>
    <dgm:cxn modelId="{930414FA-D719-4D64-9A1F-1626D099BAB2}" type="presOf" srcId="{446BAF84-F4B3-48EA-AEDC-C01B974BEB65}" destId="{75AB40F7-635F-4C7B-8D3A-2D202D26E76B}" srcOrd="0" destOrd="0" presId="urn:microsoft.com/office/officeart/2005/8/layout/vProcess5"/>
    <dgm:cxn modelId="{A2039BD6-57BD-4732-B6AB-CD1F4661A23C}" type="presParOf" srcId="{BAEBD52A-FCE5-4CD7-9269-1CACAC6B3E22}" destId="{AFF9A1D8-BAB0-4723-8CBB-ED6AAE52CC25}" srcOrd="0" destOrd="0" presId="urn:microsoft.com/office/officeart/2005/8/layout/vProcess5"/>
    <dgm:cxn modelId="{0DBF6F3F-DD65-4F13-B82C-7D7BC7D0BD2A}" type="presParOf" srcId="{BAEBD52A-FCE5-4CD7-9269-1CACAC6B3E22}" destId="{75AB40F7-635F-4C7B-8D3A-2D202D26E76B}" srcOrd="1" destOrd="0" presId="urn:microsoft.com/office/officeart/2005/8/layout/vProcess5"/>
    <dgm:cxn modelId="{6734CA0E-FE77-4CBF-8B4C-ADFEC4AFEF41}" type="presParOf" srcId="{BAEBD52A-FCE5-4CD7-9269-1CACAC6B3E22}" destId="{D1833870-67D8-452A-8052-9467AE5209FB}" srcOrd="2" destOrd="0" presId="urn:microsoft.com/office/officeart/2005/8/layout/vProcess5"/>
    <dgm:cxn modelId="{2DE32F6A-ED28-4CEA-BA6E-0C0DA3730542}" type="presParOf" srcId="{BAEBD52A-FCE5-4CD7-9269-1CACAC6B3E22}" destId="{F93CE152-66BD-46C0-8DC3-85225BFDE1D3}" srcOrd="3" destOrd="0" presId="urn:microsoft.com/office/officeart/2005/8/layout/vProcess5"/>
    <dgm:cxn modelId="{3638DD73-AF0A-4344-9D09-8B5F88DBAF8A}" type="presParOf" srcId="{BAEBD52A-FCE5-4CD7-9269-1CACAC6B3E22}" destId="{43928269-52EA-4DF2-92E0-91AAD820251E}" srcOrd="4" destOrd="0" presId="urn:microsoft.com/office/officeart/2005/8/layout/vProcess5"/>
    <dgm:cxn modelId="{4D2C1C82-C451-485A-8414-926B2D02B01A}" type="presParOf" srcId="{BAEBD52A-FCE5-4CD7-9269-1CACAC6B3E22}" destId="{630FA7E9-2F7B-42A8-AFDB-E922F4CEEA0E}" srcOrd="5" destOrd="0" presId="urn:microsoft.com/office/officeart/2005/8/layout/vProcess5"/>
    <dgm:cxn modelId="{3B2A4E53-A3EF-4EAF-B5AE-3EEED3A080F2}" type="presParOf" srcId="{BAEBD52A-FCE5-4CD7-9269-1CACAC6B3E22}" destId="{9998BF61-6CB1-4786-B113-A18F0AD8577E}" srcOrd="6" destOrd="0" presId="urn:microsoft.com/office/officeart/2005/8/layout/vProcess5"/>
    <dgm:cxn modelId="{F170C370-02D7-4805-83B5-89D09F8D01FD}" type="presParOf" srcId="{BAEBD52A-FCE5-4CD7-9269-1CACAC6B3E22}" destId="{215D7E9D-5063-4137-B058-4B09D49ECD19}" srcOrd="7" destOrd="0" presId="urn:microsoft.com/office/officeart/2005/8/layout/vProcess5"/>
    <dgm:cxn modelId="{CAF690F5-334B-4933-B212-7A5D47CB50D8}" type="presParOf" srcId="{BAEBD52A-FCE5-4CD7-9269-1CACAC6B3E22}" destId="{9CF23944-E6A4-483A-BDA4-CEDA6D155501}" srcOrd="8" destOrd="0" presId="urn:microsoft.com/office/officeart/2005/8/layout/vProcess5"/>
    <dgm:cxn modelId="{D6DC416C-F0F3-4DB5-93E2-8F77FD2CBE83}" type="presParOf" srcId="{BAEBD52A-FCE5-4CD7-9269-1CACAC6B3E22}" destId="{6F92DE88-AC39-469B-9E9C-5B15517A3DF4}" srcOrd="9" destOrd="0" presId="urn:microsoft.com/office/officeart/2005/8/layout/vProcess5"/>
    <dgm:cxn modelId="{11DB1C4A-A7B6-4485-BBB1-F57D294CC147}" type="presParOf" srcId="{BAEBD52A-FCE5-4CD7-9269-1CACAC6B3E22}" destId="{F5BAA740-5FB4-4CBC-AE80-8227C4E49317}" srcOrd="10" destOrd="0" presId="urn:microsoft.com/office/officeart/2005/8/layout/vProcess5"/>
    <dgm:cxn modelId="{432921B0-B196-4D64-B147-24962A5ED132}" type="presParOf" srcId="{BAEBD52A-FCE5-4CD7-9269-1CACAC6B3E22}" destId="{90453C9E-3477-418C-BAEB-8094E76F2CB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727044-E493-4934-A66D-5FD59C1B1F04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204F52-7F92-423B-8D12-B189F54E9AB8}">
      <dgm:prSet/>
      <dgm:spPr/>
      <dgm:t>
        <a:bodyPr/>
        <a:lstStyle/>
        <a:p>
          <a:r>
            <a:rPr lang="en-US"/>
            <a:t>• Direct Trade Enablement: Establish a secure C2C marketplace grid connecting farmers and buyers directly.</a:t>
          </a:r>
        </a:p>
      </dgm:t>
    </dgm:pt>
    <dgm:pt modelId="{4D28D1E1-F2E6-4166-B9B7-FEA99D8ACC3F}" type="parTrans" cxnId="{8DEA0AB9-64DB-40BE-BD43-A2DB3F850B5A}">
      <dgm:prSet/>
      <dgm:spPr/>
      <dgm:t>
        <a:bodyPr/>
        <a:lstStyle/>
        <a:p>
          <a:endParaRPr lang="en-US"/>
        </a:p>
      </dgm:t>
    </dgm:pt>
    <dgm:pt modelId="{38925C33-3FF9-4743-A83D-CC6B7C9918E4}" type="sibTrans" cxnId="{8DEA0AB9-64DB-40BE-BD43-A2DB3F850B5A}">
      <dgm:prSet/>
      <dgm:spPr/>
      <dgm:t>
        <a:bodyPr/>
        <a:lstStyle/>
        <a:p>
          <a:endParaRPr lang="en-US"/>
        </a:p>
      </dgm:t>
    </dgm:pt>
    <dgm:pt modelId="{F7D0F16F-BD71-4DF1-BC2B-A297FF93FB71}">
      <dgm:prSet/>
      <dgm:spPr/>
      <dgm:t>
        <a:bodyPr/>
        <a:lstStyle/>
        <a:p>
          <a:r>
            <a:rPr lang="en-US"/>
            <a:t>• Language Inclusivity: Code a dynamic localization switcher supporting English and Tamil (தமிழ்).</a:t>
          </a:r>
        </a:p>
      </dgm:t>
    </dgm:pt>
    <dgm:pt modelId="{858B4F52-FF1A-4BC4-97E4-249D16CDCEC1}" type="parTrans" cxnId="{21691890-BDE2-4C09-A2A1-EE57D00A460E}">
      <dgm:prSet/>
      <dgm:spPr/>
      <dgm:t>
        <a:bodyPr/>
        <a:lstStyle/>
        <a:p>
          <a:endParaRPr lang="en-US"/>
        </a:p>
      </dgm:t>
    </dgm:pt>
    <dgm:pt modelId="{7C32162C-ADB2-447A-9071-3F6C053F8C92}" type="sibTrans" cxnId="{21691890-BDE2-4C09-A2A1-EE57D00A460E}">
      <dgm:prSet/>
      <dgm:spPr/>
      <dgm:t>
        <a:bodyPr/>
        <a:lstStyle/>
        <a:p>
          <a:endParaRPr lang="en-US"/>
        </a:p>
      </dgm:t>
    </dgm:pt>
    <dgm:pt modelId="{C333073E-22D5-4E8A-8818-369AFBA2B139}">
      <dgm:prSet/>
      <dgm:spPr/>
      <dgm:t>
        <a:bodyPr/>
        <a:lstStyle/>
        <a:p>
          <a:r>
            <a:rPr lang="en-US"/>
            <a:t>• Financial Transparency: Implement an AI-driven pricing margins calculator to compute savings in real time.</a:t>
          </a:r>
        </a:p>
      </dgm:t>
    </dgm:pt>
    <dgm:pt modelId="{0348789C-51C2-451E-B713-99AB3246F7C6}" type="parTrans" cxnId="{06BD70F8-F939-4CB4-A331-248175C890A1}">
      <dgm:prSet/>
      <dgm:spPr/>
      <dgm:t>
        <a:bodyPr/>
        <a:lstStyle/>
        <a:p>
          <a:endParaRPr lang="en-US"/>
        </a:p>
      </dgm:t>
    </dgm:pt>
    <dgm:pt modelId="{548F7E11-BEA0-42CB-BA48-538BF5BC1016}" type="sibTrans" cxnId="{06BD70F8-F939-4CB4-A331-248175C890A1}">
      <dgm:prSet/>
      <dgm:spPr/>
      <dgm:t>
        <a:bodyPr/>
        <a:lstStyle/>
        <a:p>
          <a:endParaRPr lang="en-US"/>
        </a:p>
      </dgm:t>
    </dgm:pt>
    <dgm:pt modelId="{2CAEAB01-CAE5-401E-A964-AE453FCEBCE0}">
      <dgm:prSet/>
      <dgm:spPr/>
      <dgm:t>
        <a:bodyPr/>
        <a:lstStyle/>
        <a:p>
          <a:r>
            <a:rPr lang="en-US"/>
            <a:t>• Traceability Verification: Integrate dynamic QR codes linking to farm GPS and soil pH health metrics.</a:t>
          </a:r>
        </a:p>
      </dgm:t>
    </dgm:pt>
    <dgm:pt modelId="{7083E822-ABD8-40D3-958D-5831A413661B}" type="parTrans" cxnId="{868B9A72-DEDA-4EB4-8508-F547C796FCAA}">
      <dgm:prSet/>
      <dgm:spPr/>
      <dgm:t>
        <a:bodyPr/>
        <a:lstStyle/>
        <a:p>
          <a:endParaRPr lang="en-US"/>
        </a:p>
      </dgm:t>
    </dgm:pt>
    <dgm:pt modelId="{D4A14C0C-BF0E-403C-B98A-02AF1172EEFD}" type="sibTrans" cxnId="{868B9A72-DEDA-4EB4-8508-F547C796FCAA}">
      <dgm:prSet/>
      <dgm:spPr/>
      <dgm:t>
        <a:bodyPr/>
        <a:lstStyle/>
        <a:p>
          <a:endParaRPr lang="en-US"/>
        </a:p>
      </dgm:t>
    </dgm:pt>
    <dgm:pt modelId="{9D6ECC04-E861-45E4-8546-2A727E09E699}" type="pres">
      <dgm:prSet presAssocID="{D0727044-E493-4934-A66D-5FD59C1B1F04}" presName="diagram" presStyleCnt="0">
        <dgm:presLayoutVars>
          <dgm:dir/>
          <dgm:resizeHandles val="exact"/>
        </dgm:presLayoutVars>
      </dgm:prSet>
      <dgm:spPr/>
    </dgm:pt>
    <dgm:pt modelId="{6871995E-BDC6-4713-9E29-7193DAC1F201}" type="pres">
      <dgm:prSet presAssocID="{5F204F52-7F92-423B-8D12-B189F54E9AB8}" presName="node" presStyleLbl="node1" presStyleIdx="0" presStyleCnt="4">
        <dgm:presLayoutVars>
          <dgm:bulletEnabled val="1"/>
        </dgm:presLayoutVars>
      </dgm:prSet>
      <dgm:spPr/>
    </dgm:pt>
    <dgm:pt modelId="{DF854BEB-C0A2-494A-A5D2-4C9A51AE5F10}" type="pres">
      <dgm:prSet presAssocID="{38925C33-3FF9-4743-A83D-CC6B7C9918E4}" presName="sibTrans" presStyleLbl="sibTrans2D1" presStyleIdx="0" presStyleCnt="3"/>
      <dgm:spPr/>
    </dgm:pt>
    <dgm:pt modelId="{CC7F246C-8E6A-43F4-9D00-14243BAC7372}" type="pres">
      <dgm:prSet presAssocID="{38925C33-3FF9-4743-A83D-CC6B7C9918E4}" presName="connectorText" presStyleLbl="sibTrans2D1" presStyleIdx="0" presStyleCnt="3"/>
      <dgm:spPr/>
    </dgm:pt>
    <dgm:pt modelId="{6B363C2A-06C7-41BD-8000-3A5054248AE7}" type="pres">
      <dgm:prSet presAssocID="{F7D0F16F-BD71-4DF1-BC2B-A297FF93FB71}" presName="node" presStyleLbl="node1" presStyleIdx="1" presStyleCnt="4">
        <dgm:presLayoutVars>
          <dgm:bulletEnabled val="1"/>
        </dgm:presLayoutVars>
      </dgm:prSet>
      <dgm:spPr/>
    </dgm:pt>
    <dgm:pt modelId="{C4511CB6-2B4E-43E5-9DD8-F487C2A059E6}" type="pres">
      <dgm:prSet presAssocID="{7C32162C-ADB2-447A-9071-3F6C053F8C92}" presName="sibTrans" presStyleLbl="sibTrans2D1" presStyleIdx="1" presStyleCnt="3"/>
      <dgm:spPr/>
    </dgm:pt>
    <dgm:pt modelId="{C2EA157D-E82C-4475-A3B9-A8681E8693E3}" type="pres">
      <dgm:prSet presAssocID="{7C32162C-ADB2-447A-9071-3F6C053F8C92}" presName="connectorText" presStyleLbl="sibTrans2D1" presStyleIdx="1" presStyleCnt="3"/>
      <dgm:spPr/>
    </dgm:pt>
    <dgm:pt modelId="{0264D3FD-EAA3-4A6E-873C-BB59B6B7799D}" type="pres">
      <dgm:prSet presAssocID="{C333073E-22D5-4E8A-8818-369AFBA2B139}" presName="node" presStyleLbl="node1" presStyleIdx="2" presStyleCnt="4">
        <dgm:presLayoutVars>
          <dgm:bulletEnabled val="1"/>
        </dgm:presLayoutVars>
      </dgm:prSet>
      <dgm:spPr/>
    </dgm:pt>
    <dgm:pt modelId="{27C185CA-DA97-41FB-90E0-8221C6D06F01}" type="pres">
      <dgm:prSet presAssocID="{548F7E11-BEA0-42CB-BA48-538BF5BC1016}" presName="sibTrans" presStyleLbl="sibTrans2D1" presStyleIdx="2" presStyleCnt="3"/>
      <dgm:spPr/>
    </dgm:pt>
    <dgm:pt modelId="{74CFC79C-DC0F-4C08-BB4A-E1CDC39A5339}" type="pres">
      <dgm:prSet presAssocID="{548F7E11-BEA0-42CB-BA48-538BF5BC1016}" presName="connectorText" presStyleLbl="sibTrans2D1" presStyleIdx="2" presStyleCnt="3"/>
      <dgm:spPr/>
    </dgm:pt>
    <dgm:pt modelId="{AD1AB46B-860A-4B30-AE6E-1A964009BB74}" type="pres">
      <dgm:prSet presAssocID="{2CAEAB01-CAE5-401E-A964-AE453FCEBCE0}" presName="node" presStyleLbl="node1" presStyleIdx="3" presStyleCnt="4">
        <dgm:presLayoutVars>
          <dgm:bulletEnabled val="1"/>
        </dgm:presLayoutVars>
      </dgm:prSet>
      <dgm:spPr/>
    </dgm:pt>
  </dgm:ptLst>
  <dgm:cxnLst>
    <dgm:cxn modelId="{45AFB40C-3CDA-449C-AED3-E2B2F2A8FBD5}" type="presOf" srcId="{7C32162C-ADB2-447A-9071-3F6C053F8C92}" destId="{C4511CB6-2B4E-43E5-9DD8-F487C2A059E6}" srcOrd="0" destOrd="0" presId="urn:microsoft.com/office/officeart/2005/8/layout/process5"/>
    <dgm:cxn modelId="{6BE69D2E-52DD-495E-A7A4-455C1965EB8E}" type="presOf" srcId="{5F204F52-7F92-423B-8D12-B189F54E9AB8}" destId="{6871995E-BDC6-4713-9E29-7193DAC1F201}" srcOrd="0" destOrd="0" presId="urn:microsoft.com/office/officeart/2005/8/layout/process5"/>
    <dgm:cxn modelId="{9142AC3E-1308-42E3-959F-D7FF0F40E51E}" type="presOf" srcId="{38925C33-3FF9-4743-A83D-CC6B7C9918E4}" destId="{CC7F246C-8E6A-43F4-9D00-14243BAC7372}" srcOrd="1" destOrd="0" presId="urn:microsoft.com/office/officeart/2005/8/layout/process5"/>
    <dgm:cxn modelId="{B9F4395B-BFAC-4A2F-8014-C19B6A7094C8}" type="presOf" srcId="{2CAEAB01-CAE5-401E-A964-AE453FCEBCE0}" destId="{AD1AB46B-860A-4B30-AE6E-1A964009BB74}" srcOrd="0" destOrd="0" presId="urn:microsoft.com/office/officeart/2005/8/layout/process5"/>
    <dgm:cxn modelId="{17E98763-3EE1-447A-927F-724CC96249B3}" type="presOf" srcId="{548F7E11-BEA0-42CB-BA48-538BF5BC1016}" destId="{74CFC79C-DC0F-4C08-BB4A-E1CDC39A5339}" srcOrd="1" destOrd="0" presId="urn:microsoft.com/office/officeart/2005/8/layout/process5"/>
    <dgm:cxn modelId="{E8CA026F-7C8A-40B3-893E-289678A0153E}" type="presOf" srcId="{D0727044-E493-4934-A66D-5FD59C1B1F04}" destId="{9D6ECC04-E861-45E4-8546-2A727E09E699}" srcOrd="0" destOrd="0" presId="urn:microsoft.com/office/officeart/2005/8/layout/process5"/>
    <dgm:cxn modelId="{868B9A72-DEDA-4EB4-8508-F547C796FCAA}" srcId="{D0727044-E493-4934-A66D-5FD59C1B1F04}" destId="{2CAEAB01-CAE5-401E-A964-AE453FCEBCE0}" srcOrd="3" destOrd="0" parTransId="{7083E822-ABD8-40D3-958D-5831A413661B}" sibTransId="{D4A14C0C-BF0E-403C-B98A-02AF1172EEFD}"/>
    <dgm:cxn modelId="{AC30997C-2CD4-4F2B-B3AB-C94EBA05A482}" type="presOf" srcId="{548F7E11-BEA0-42CB-BA48-538BF5BC1016}" destId="{27C185CA-DA97-41FB-90E0-8221C6D06F01}" srcOrd="0" destOrd="0" presId="urn:microsoft.com/office/officeart/2005/8/layout/process5"/>
    <dgm:cxn modelId="{21691890-BDE2-4C09-A2A1-EE57D00A460E}" srcId="{D0727044-E493-4934-A66D-5FD59C1B1F04}" destId="{F7D0F16F-BD71-4DF1-BC2B-A297FF93FB71}" srcOrd="1" destOrd="0" parTransId="{858B4F52-FF1A-4BC4-97E4-249D16CDCEC1}" sibTransId="{7C32162C-ADB2-447A-9071-3F6C053F8C92}"/>
    <dgm:cxn modelId="{77434390-39FF-4AB3-8C00-42F6CF61B779}" type="presOf" srcId="{38925C33-3FF9-4743-A83D-CC6B7C9918E4}" destId="{DF854BEB-C0A2-494A-A5D2-4C9A51AE5F10}" srcOrd="0" destOrd="0" presId="urn:microsoft.com/office/officeart/2005/8/layout/process5"/>
    <dgm:cxn modelId="{9D28459A-D1BB-43C5-868C-65D59AD1E61D}" type="presOf" srcId="{7C32162C-ADB2-447A-9071-3F6C053F8C92}" destId="{C2EA157D-E82C-4475-A3B9-A8681E8693E3}" srcOrd="1" destOrd="0" presId="urn:microsoft.com/office/officeart/2005/8/layout/process5"/>
    <dgm:cxn modelId="{8DEA0AB9-64DB-40BE-BD43-A2DB3F850B5A}" srcId="{D0727044-E493-4934-A66D-5FD59C1B1F04}" destId="{5F204F52-7F92-423B-8D12-B189F54E9AB8}" srcOrd="0" destOrd="0" parTransId="{4D28D1E1-F2E6-4166-B9B7-FEA99D8ACC3F}" sibTransId="{38925C33-3FF9-4743-A83D-CC6B7C9918E4}"/>
    <dgm:cxn modelId="{CF4F1DCA-7356-4B19-B752-F01528E8B618}" type="presOf" srcId="{F7D0F16F-BD71-4DF1-BC2B-A297FF93FB71}" destId="{6B363C2A-06C7-41BD-8000-3A5054248AE7}" srcOrd="0" destOrd="0" presId="urn:microsoft.com/office/officeart/2005/8/layout/process5"/>
    <dgm:cxn modelId="{48E4A3DA-AD75-4D40-AA8C-6A5738A5F82C}" type="presOf" srcId="{C333073E-22D5-4E8A-8818-369AFBA2B139}" destId="{0264D3FD-EAA3-4A6E-873C-BB59B6B7799D}" srcOrd="0" destOrd="0" presId="urn:microsoft.com/office/officeart/2005/8/layout/process5"/>
    <dgm:cxn modelId="{06BD70F8-F939-4CB4-A331-248175C890A1}" srcId="{D0727044-E493-4934-A66D-5FD59C1B1F04}" destId="{C333073E-22D5-4E8A-8818-369AFBA2B139}" srcOrd="2" destOrd="0" parTransId="{0348789C-51C2-451E-B713-99AB3246F7C6}" sibTransId="{548F7E11-BEA0-42CB-BA48-538BF5BC1016}"/>
    <dgm:cxn modelId="{DACD091E-2A44-4EC7-992D-0EC320263382}" type="presParOf" srcId="{9D6ECC04-E861-45E4-8546-2A727E09E699}" destId="{6871995E-BDC6-4713-9E29-7193DAC1F201}" srcOrd="0" destOrd="0" presId="urn:microsoft.com/office/officeart/2005/8/layout/process5"/>
    <dgm:cxn modelId="{F78EA8E5-91D7-42BD-BF29-E96675B14A6D}" type="presParOf" srcId="{9D6ECC04-E861-45E4-8546-2A727E09E699}" destId="{DF854BEB-C0A2-494A-A5D2-4C9A51AE5F10}" srcOrd="1" destOrd="0" presId="urn:microsoft.com/office/officeart/2005/8/layout/process5"/>
    <dgm:cxn modelId="{2BCD5A82-F0E5-4A50-8364-36C8C3ECC7C4}" type="presParOf" srcId="{DF854BEB-C0A2-494A-A5D2-4C9A51AE5F10}" destId="{CC7F246C-8E6A-43F4-9D00-14243BAC7372}" srcOrd="0" destOrd="0" presId="urn:microsoft.com/office/officeart/2005/8/layout/process5"/>
    <dgm:cxn modelId="{A64F5D58-761A-4C67-AF7F-6A157784470B}" type="presParOf" srcId="{9D6ECC04-E861-45E4-8546-2A727E09E699}" destId="{6B363C2A-06C7-41BD-8000-3A5054248AE7}" srcOrd="2" destOrd="0" presId="urn:microsoft.com/office/officeart/2005/8/layout/process5"/>
    <dgm:cxn modelId="{88CAD6AE-FCD9-4DD3-9B93-83ADDEEF7FAC}" type="presParOf" srcId="{9D6ECC04-E861-45E4-8546-2A727E09E699}" destId="{C4511CB6-2B4E-43E5-9DD8-F487C2A059E6}" srcOrd="3" destOrd="0" presId="urn:microsoft.com/office/officeart/2005/8/layout/process5"/>
    <dgm:cxn modelId="{E63C0405-A01A-4218-8688-24C61A4EE86C}" type="presParOf" srcId="{C4511CB6-2B4E-43E5-9DD8-F487C2A059E6}" destId="{C2EA157D-E82C-4475-A3B9-A8681E8693E3}" srcOrd="0" destOrd="0" presId="urn:microsoft.com/office/officeart/2005/8/layout/process5"/>
    <dgm:cxn modelId="{84B9965F-FE79-41F8-BDD3-CB8CB62E2CCA}" type="presParOf" srcId="{9D6ECC04-E861-45E4-8546-2A727E09E699}" destId="{0264D3FD-EAA3-4A6E-873C-BB59B6B7799D}" srcOrd="4" destOrd="0" presId="urn:microsoft.com/office/officeart/2005/8/layout/process5"/>
    <dgm:cxn modelId="{B09A9C91-99D4-45A5-896D-335210F557C8}" type="presParOf" srcId="{9D6ECC04-E861-45E4-8546-2A727E09E699}" destId="{27C185CA-DA97-41FB-90E0-8221C6D06F01}" srcOrd="5" destOrd="0" presId="urn:microsoft.com/office/officeart/2005/8/layout/process5"/>
    <dgm:cxn modelId="{9599227F-50C2-4327-AF16-67FEAEC1F003}" type="presParOf" srcId="{27C185CA-DA97-41FB-90E0-8221C6D06F01}" destId="{74CFC79C-DC0F-4C08-BB4A-E1CDC39A5339}" srcOrd="0" destOrd="0" presId="urn:microsoft.com/office/officeart/2005/8/layout/process5"/>
    <dgm:cxn modelId="{19603EC2-A8CB-430B-A306-4C618ABFE7E2}" type="presParOf" srcId="{9D6ECC04-E861-45E4-8546-2A727E09E699}" destId="{AD1AB46B-860A-4B30-AE6E-1A964009BB74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B27D5B3-1BF0-4715-8271-7D2624B576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DF32966-6859-42CC-B543-4AE775011783}">
      <dgm:prSet/>
      <dgm:spPr/>
      <dgm:t>
        <a:bodyPr/>
        <a:lstStyle/>
        <a:p>
          <a:r>
            <a:rPr lang="en-US"/>
            <a:t>• Core Field: Full-Stack Web Development &amp; Agri-Tech Systems.</a:t>
          </a:r>
        </a:p>
      </dgm:t>
    </dgm:pt>
    <dgm:pt modelId="{543216CA-F868-49F0-9BCD-8C8DA44097FF}" type="parTrans" cxnId="{503B5A1A-7F7F-48D1-AC64-6CA63D9E7415}">
      <dgm:prSet/>
      <dgm:spPr/>
      <dgm:t>
        <a:bodyPr/>
        <a:lstStyle/>
        <a:p>
          <a:endParaRPr lang="en-US"/>
        </a:p>
      </dgm:t>
    </dgm:pt>
    <dgm:pt modelId="{95798BCE-DE94-4AB9-ADF3-60FDD410DAA7}" type="sibTrans" cxnId="{503B5A1A-7F7F-48D1-AC64-6CA63D9E7415}">
      <dgm:prSet/>
      <dgm:spPr/>
      <dgm:t>
        <a:bodyPr/>
        <a:lstStyle/>
        <a:p>
          <a:endParaRPr lang="en-US"/>
        </a:p>
      </dgm:t>
    </dgm:pt>
    <dgm:pt modelId="{EECD8A8D-9BC7-4D10-80A1-3DA8F8942CFF}">
      <dgm:prSet/>
      <dgm:spPr/>
      <dgm:t>
        <a:bodyPr/>
        <a:lstStyle/>
        <a:p>
          <a:r>
            <a:rPr lang="en-US"/>
            <a:t>• Database Focus: Relational database normalization, constraints, schemas, and API bindings.</a:t>
          </a:r>
        </a:p>
      </dgm:t>
    </dgm:pt>
    <dgm:pt modelId="{C22E4CCF-FB03-4507-95F1-1453F0D74D73}" type="parTrans" cxnId="{DD86B551-5EBC-446F-8D50-A4D6D9190F6C}">
      <dgm:prSet/>
      <dgm:spPr/>
      <dgm:t>
        <a:bodyPr/>
        <a:lstStyle/>
        <a:p>
          <a:endParaRPr lang="en-US"/>
        </a:p>
      </dgm:t>
    </dgm:pt>
    <dgm:pt modelId="{480AB536-BAFB-42EE-BD67-F92ACFEF928E}" type="sibTrans" cxnId="{DD86B551-5EBC-446F-8D50-A4D6D9190F6C}">
      <dgm:prSet/>
      <dgm:spPr/>
      <dgm:t>
        <a:bodyPr/>
        <a:lstStyle/>
        <a:p>
          <a:endParaRPr lang="en-US"/>
        </a:p>
      </dgm:t>
    </dgm:pt>
    <dgm:pt modelId="{9E710879-4A03-4EE9-963D-D58860943279}">
      <dgm:prSet/>
      <dgm:spPr/>
      <dgm:t>
        <a:bodyPr/>
        <a:lstStyle/>
        <a:p>
          <a:r>
            <a:rPr lang="en-US"/>
            <a:t>• Architecture Model: Single-Page Application (SPA) utilizing client-side hash routing.</a:t>
          </a:r>
        </a:p>
      </dgm:t>
    </dgm:pt>
    <dgm:pt modelId="{D2609BC6-5F5A-4A16-B161-91A6E0D2975D}" type="parTrans" cxnId="{FF8BECF6-0A55-4B1F-8A04-0B1AA72A5DFE}">
      <dgm:prSet/>
      <dgm:spPr/>
      <dgm:t>
        <a:bodyPr/>
        <a:lstStyle/>
        <a:p>
          <a:endParaRPr lang="en-US"/>
        </a:p>
      </dgm:t>
    </dgm:pt>
    <dgm:pt modelId="{120C6CA1-BA96-4F66-B7C3-358FB9C9C7A8}" type="sibTrans" cxnId="{FF8BECF6-0A55-4B1F-8A04-0B1AA72A5DFE}">
      <dgm:prSet/>
      <dgm:spPr/>
      <dgm:t>
        <a:bodyPr/>
        <a:lstStyle/>
        <a:p>
          <a:endParaRPr lang="en-US"/>
        </a:p>
      </dgm:t>
    </dgm:pt>
    <dgm:pt modelId="{A1BB8D4F-B6F8-4741-BD90-5C29F00D4654}">
      <dgm:prSet/>
      <dgm:spPr/>
      <dgm:t>
        <a:bodyPr/>
        <a:lstStyle/>
        <a:p>
          <a:r>
            <a:rPr lang="en-US"/>
            <a:t>• Security Focus: Row Level Security (RLS) policies for user authentication and order integrity.</a:t>
          </a:r>
        </a:p>
      </dgm:t>
    </dgm:pt>
    <dgm:pt modelId="{FDDDF1E7-1523-4C93-8BC6-4275DAB1E3C0}" type="parTrans" cxnId="{435370A8-6AB1-4FD2-9764-156F704A3646}">
      <dgm:prSet/>
      <dgm:spPr/>
      <dgm:t>
        <a:bodyPr/>
        <a:lstStyle/>
        <a:p>
          <a:endParaRPr lang="en-US"/>
        </a:p>
      </dgm:t>
    </dgm:pt>
    <dgm:pt modelId="{2EC6F609-757F-40A1-BA52-C77EBF2D5CD3}" type="sibTrans" cxnId="{435370A8-6AB1-4FD2-9764-156F704A3646}">
      <dgm:prSet/>
      <dgm:spPr/>
      <dgm:t>
        <a:bodyPr/>
        <a:lstStyle/>
        <a:p>
          <a:endParaRPr lang="en-US"/>
        </a:p>
      </dgm:t>
    </dgm:pt>
    <dgm:pt modelId="{C3C793AB-4725-4AD9-A709-D15FB3238251}" type="pres">
      <dgm:prSet presAssocID="{DB27D5B3-1BF0-4715-8271-7D2624B57660}" presName="root" presStyleCnt="0">
        <dgm:presLayoutVars>
          <dgm:dir/>
          <dgm:resizeHandles val="exact"/>
        </dgm:presLayoutVars>
      </dgm:prSet>
      <dgm:spPr/>
    </dgm:pt>
    <dgm:pt modelId="{959B6752-C921-429D-BC6B-A185C7DB2505}" type="pres">
      <dgm:prSet presAssocID="{DB27D5B3-1BF0-4715-8271-7D2624B57660}" presName="container" presStyleCnt="0">
        <dgm:presLayoutVars>
          <dgm:dir/>
          <dgm:resizeHandles val="exact"/>
        </dgm:presLayoutVars>
      </dgm:prSet>
      <dgm:spPr/>
    </dgm:pt>
    <dgm:pt modelId="{D50BB01B-586A-486F-81B8-FAAE6BC47E7A}" type="pres">
      <dgm:prSet presAssocID="{6DF32966-6859-42CC-B543-4AE775011783}" presName="compNode" presStyleCnt="0"/>
      <dgm:spPr/>
    </dgm:pt>
    <dgm:pt modelId="{24ED616C-D5C2-4333-BEF3-D988D8731C8C}" type="pres">
      <dgm:prSet presAssocID="{6DF32966-6859-42CC-B543-4AE775011783}" presName="iconBgRect" presStyleLbl="bgShp" presStyleIdx="0" presStyleCnt="4"/>
      <dgm:spPr/>
    </dgm:pt>
    <dgm:pt modelId="{032FC493-6CC4-4C5D-93B7-52C9199310F7}" type="pres">
      <dgm:prSet presAssocID="{6DF32966-6859-42CC-B543-4AE77501178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97671674-A442-4982-A339-CB142DA3808A}" type="pres">
      <dgm:prSet presAssocID="{6DF32966-6859-42CC-B543-4AE775011783}" presName="spaceRect" presStyleCnt="0"/>
      <dgm:spPr/>
    </dgm:pt>
    <dgm:pt modelId="{73B971A0-D0C7-41CE-AA71-0A757CCF8A5F}" type="pres">
      <dgm:prSet presAssocID="{6DF32966-6859-42CC-B543-4AE775011783}" presName="textRect" presStyleLbl="revTx" presStyleIdx="0" presStyleCnt="4">
        <dgm:presLayoutVars>
          <dgm:chMax val="1"/>
          <dgm:chPref val="1"/>
        </dgm:presLayoutVars>
      </dgm:prSet>
      <dgm:spPr/>
    </dgm:pt>
    <dgm:pt modelId="{DD845CF7-9668-4308-87E1-B2462225AEE8}" type="pres">
      <dgm:prSet presAssocID="{95798BCE-DE94-4AB9-ADF3-60FDD410DAA7}" presName="sibTrans" presStyleLbl="sibTrans2D1" presStyleIdx="0" presStyleCnt="0"/>
      <dgm:spPr/>
    </dgm:pt>
    <dgm:pt modelId="{53082397-641C-4BC3-817F-E2EC5DB6ACB0}" type="pres">
      <dgm:prSet presAssocID="{EECD8A8D-9BC7-4D10-80A1-3DA8F8942CFF}" presName="compNode" presStyleCnt="0"/>
      <dgm:spPr/>
    </dgm:pt>
    <dgm:pt modelId="{DF4C463F-EB83-466B-9140-09FEE34CE4A1}" type="pres">
      <dgm:prSet presAssocID="{EECD8A8D-9BC7-4D10-80A1-3DA8F8942CFF}" presName="iconBgRect" presStyleLbl="bgShp" presStyleIdx="1" presStyleCnt="4"/>
      <dgm:spPr/>
    </dgm:pt>
    <dgm:pt modelId="{E9583671-3B93-4E3F-B554-B22A6A073BA6}" type="pres">
      <dgm:prSet presAssocID="{EECD8A8D-9BC7-4D10-80A1-3DA8F8942CF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9B41DF-441C-487C-85D7-169C5354C882}" type="pres">
      <dgm:prSet presAssocID="{EECD8A8D-9BC7-4D10-80A1-3DA8F8942CFF}" presName="spaceRect" presStyleCnt="0"/>
      <dgm:spPr/>
    </dgm:pt>
    <dgm:pt modelId="{AD381AE5-5116-49E7-B3A7-6D218957BD01}" type="pres">
      <dgm:prSet presAssocID="{EECD8A8D-9BC7-4D10-80A1-3DA8F8942CFF}" presName="textRect" presStyleLbl="revTx" presStyleIdx="1" presStyleCnt="4">
        <dgm:presLayoutVars>
          <dgm:chMax val="1"/>
          <dgm:chPref val="1"/>
        </dgm:presLayoutVars>
      </dgm:prSet>
      <dgm:spPr/>
    </dgm:pt>
    <dgm:pt modelId="{19B84AD1-E864-4AAC-8659-1454B72BD128}" type="pres">
      <dgm:prSet presAssocID="{480AB536-BAFB-42EE-BD67-F92ACFEF928E}" presName="sibTrans" presStyleLbl="sibTrans2D1" presStyleIdx="0" presStyleCnt="0"/>
      <dgm:spPr/>
    </dgm:pt>
    <dgm:pt modelId="{50DC75FE-4D0B-476E-9CC8-4A865B432B33}" type="pres">
      <dgm:prSet presAssocID="{9E710879-4A03-4EE9-963D-D58860943279}" presName="compNode" presStyleCnt="0"/>
      <dgm:spPr/>
    </dgm:pt>
    <dgm:pt modelId="{DD6DE4CA-743E-41AD-ABB2-13A50825DD7E}" type="pres">
      <dgm:prSet presAssocID="{9E710879-4A03-4EE9-963D-D58860943279}" presName="iconBgRect" presStyleLbl="bgShp" presStyleIdx="2" presStyleCnt="4"/>
      <dgm:spPr/>
    </dgm:pt>
    <dgm:pt modelId="{59660973-47F1-4151-ADB5-0779694EA9CE}" type="pres">
      <dgm:prSet presAssocID="{9E710879-4A03-4EE9-963D-D5886094327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19EF993-91D5-4E5D-98D8-7D0E83C91805}" type="pres">
      <dgm:prSet presAssocID="{9E710879-4A03-4EE9-963D-D58860943279}" presName="spaceRect" presStyleCnt="0"/>
      <dgm:spPr/>
    </dgm:pt>
    <dgm:pt modelId="{2796F439-D234-4692-A245-003EC65D7750}" type="pres">
      <dgm:prSet presAssocID="{9E710879-4A03-4EE9-963D-D58860943279}" presName="textRect" presStyleLbl="revTx" presStyleIdx="2" presStyleCnt="4">
        <dgm:presLayoutVars>
          <dgm:chMax val="1"/>
          <dgm:chPref val="1"/>
        </dgm:presLayoutVars>
      </dgm:prSet>
      <dgm:spPr/>
    </dgm:pt>
    <dgm:pt modelId="{E67BF55D-3E95-4792-BD4A-1F119DEC2D1E}" type="pres">
      <dgm:prSet presAssocID="{120C6CA1-BA96-4F66-B7C3-358FB9C9C7A8}" presName="sibTrans" presStyleLbl="sibTrans2D1" presStyleIdx="0" presStyleCnt="0"/>
      <dgm:spPr/>
    </dgm:pt>
    <dgm:pt modelId="{673871A7-E44D-493A-B22D-A68408B25000}" type="pres">
      <dgm:prSet presAssocID="{A1BB8D4F-B6F8-4741-BD90-5C29F00D4654}" presName="compNode" presStyleCnt="0"/>
      <dgm:spPr/>
    </dgm:pt>
    <dgm:pt modelId="{E2A698B6-D4A4-409D-8A08-C397A7CD4D3C}" type="pres">
      <dgm:prSet presAssocID="{A1BB8D4F-B6F8-4741-BD90-5C29F00D4654}" presName="iconBgRect" presStyleLbl="bgShp" presStyleIdx="3" presStyleCnt="4"/>
      <dgm:spPr/>
    </dgm:pt>
    <dgm:pt modelId="{0E0CC154-BBEC-42B0-96DD-4B6DB1AA6928}" type="pres">
      <dgm:prSet presAssocID="{A1BB8D4F-B6F8-4741-BD90-5C29F00D465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28C6F45-669C-496F-BE76-FC59180DBE6C}" type="pres">
      <dgm:prSet presAssocID="{A1BB8D4F-B6F8-4741-BD90-5C29F00D4654}" presName="spaceRect" presStyleCnt="0"/>
      <dgm:spPr/>
    </dgm:pt>
    <dgm:pt modelId="{097D82AE-6641-4D94-8123-DB8DAB121FFC}" type="pres">
      <dgm:prSet presAssocID="{A1BB8D4F-B6F8-4741-BD90-5C29F00D465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E4B402-7457-4743-AF75-B593EDE1897E}" type="presOf" srcId="{9E710879-4A03-4EE9-963D-D58860943279}" destId="{2796F439-D234-4692-A245-003EC65D7750}" srcOrd="0" destOrd="0" presId="urn:microsoft.com/office/officeart/2018/2/layout/IconCircleList"/>
    <dgm:cxn modelId="{503B5A1A-7F7F-48D1-AC64-6CA63D9E7415}" srcId="{DB27D5B3-1BF0-4715-8271-7D2624B57660}" destId="{6DF32966-6859-42CC-B543-4AE775011783}" srcOrd="0" destOrd="0" parTransId="{543216CA-F868-49F0-9BCD-8C8DA44097FF}" sibTransId="{95798BCE-DE94-4AB9-ADF3-60FDD410DAA7}"/>
    <dgm:cxn modelId="{5AFEC62A-CD4E-48B2-9A77-2FA3EB1EF805}" type="presOf" srcId="{6DF32966-6859-42CC-B543-4AE775011783}" destId="{73B971A0-D0C7-41CE-AA71-0A757CCF8A5F}" srcOrd="0" destOrd="0" presId="urn:microsoft.com/office/officeart/2018/2/layout/IconCircleList"/>
    <dgm:cxn modelId="{36797847-1AD3-4E26-88E3-046B4C3B31CE}" type="presOf" srcId="{A1BB8D4F-B6F8-4741-BD90-5C29F00D4654}" destId="{097D82AE-6641-4D94-8123-DB8DAB121FFC}" srcOrd="0" destOrd="0" presId="urn:microsoft.com/office/officeart/2018/2/layout/IconCircleList"/>
    <dgm:cxn modelId="{DD86B551-5EBC-446F-8D50-A4D6D9190F6C}" srcId="{DB27D5B3-1BF0-4715-8271-7D2624B57660}" destId="{EECD8A8D-9BC7-4D10-80A1-3DA8F8942CFF}" srcOrd="1" destOrd="0" parTransId="{C22E4CCF-FB03-4507-95F1-1453F0D74D73}" sibTransId="{480AB536-BAFB-42EE-BD67-F92ACFEF928E}"/>
    <dgm:cxn modelId="{0D762E57-5430-4238-8C43-EBC5B6740E23}" type="presOf" srcId="{DB27D5B3-1BF0-4715-8271-7D2624B57660}" destId="{C3C793AB-4725-4AD9-A709-D15FB3238251}" srcOrd="0" destOrd="0" presId="urn:microsoft.com/office/officeart/2018/2/layout/IconCircleList"/>
    <dgm:cxn modelId="{F42F528E-64C0-4953-B524-2EF897004656}" type="presOf" srcId="{120C6CA1-BA96-4F66-B7C3-358FB9C9C7A8}" destId="{E67BF55D-3E95-4792-BD4A-1F119DEC2D1E}" srcOrd="0" destOrd="0" presId="urn:microsoft.com/office/officeart/2018/2/layout/IconCircleList"/>
    <dgm:cxn modelId="{435370A8-6AB1-4FD2-9764-156F704A3646}" srcId="{DB27D5B3-1BF0-4715-8271-7D2624B57660}" destId="{A1BB8D4F-B6F8-4741-BD90-5C29F00D4654}" srcOrd="3" destOrd="0" parTransId="{FDDDF1E7-1523-4C93-8BC6-4275DAB1E3C0}" sibTransId="{2EC6F609-757F-40A1-BA52-C77EBF2D5CD3}"/>
    <dgm:cxn modelId="{FC014AAC-7370-4CC7-A66E-711CE4001DE9}" type="presOf" srcId="{EECD8A8D-9BC7-4D10-80A1-3DA8F8942CFF}" destId="{AD381AE5-5116-49E7-B3A7-6D218957BD01}" srcOrd="0" destOrd="0" presId="urn:microsoft.com/office/officeart/2018/2/layout/IconCircleList"/>
    <dgm:cxn modelId="{020946B1-D6B0-479B-A916-6FF969F7F051}" type="presOf" srcId="{480AB536-BAFB-42EE-BD67-F92ACFEF928E}" destId="{19B84AD1-E864-4AAC-8659-1454B72BD128}" srcOrd="0" destOrd="0" presId="urn:microsoft.com/office/officeart/2018/2/layout/IconCircleList"/>
    <dgm:cxn modelId="{D98CA5BD-7035-4187-834F-CE7BD9FE1FA0}" type="presOf" srcId="{95798BCE-DE94-4AB9-ADF3-60FDD410DAA7}" destId="{DD845CF7-9668-4308-87E1-B2462225AEE8}" srcOrd="0" destOrd="0" presId="urn:microsoft.com/office/officeart/2018/2/layout/IconCircleList"/>
    <dgm:cxn modelId="{FF8BECF6-0A55-4B1F-8A04-0B1AA72A5DFE}" srcId="{DB27D5B3-1BF0-4715-8271-7D2624B57660}" destId="{9E710879-4A03-4EE9-963D-D58860943279}" srcOrd="2" destOrd="0" parTransId="{D2609BC6-5F5A-4A16-B161-91A6E0D2975D}" sibTransId="{120C6CA1-BA96-4F66-B7C3-358FB9C9C7A8}"/>
    <dgm:cxn modelId="{4E122026-78AA-4007-9364-CB2861054DE9}" type="presParOf" srcId="{C3C793AB-4725-4AD9-A709-D15FB3238251}" destId="{959B6752-C921-429D-BC6B-A185C7DB2505}" srcOrd="0" destOrd="0" presId="urn:microsoft.com/office/officeart/2018/2/layout/IconCircleList"/>
    <dgm:cxn modelId="{7541B6A1-BA69-4CFF-BA25-2669C051C6C8}" type="presParOf" srcId="{959B6752-C921-429D-BC6B-A185C7DB2505}" destId="{D50BB01B-586A-486F-81B8-FAAE6BC47E7A}" srcOrd="0" destOrd="0" presId="urn:microsoft.com/office/officeart/2018/2/layout/IconCircleList"/>
    <dgm:cxn modelId="{243C64FD-CFCE-434B-84D0-A5DE3153DCC7}" type="presParOf" srcId="{D50BB01B-586A-486F-81B8-FAAE6BC47E7A}" destId="{24ED616C-D5C2-4333-BEF3-D988D8731C8C}" srcOrd="0" destOrd="0" presId="urn:microsoft.com/office/officeart/2018/2/layout/IconCircleList"/>
    <dgm:cxn modelId="{D01731DE-692D-464C-B64A-04968443B603}" type="presParOf" srcId="{D50BB01B-586A-486F-81B8-FAAE6BC47E7A}" destId="{032FC493-6CC4-4C5D-93B7-52C9199310F7}" srcOrd="1" destOrd="0" presId="urn:microsoft.com/office/officeart/2018/2/layout/IconCircleList"/>
    <dgm:cxn modelId="{0D031EBA-E03B-4A9C-9C8C-EC031310F954}" type="presParOf" srcId="{D50BB01B-586A-486F-81B8-FAAE6BC47E7A}" destId="{97671674-A442-4982-A339-CB142DA3808A}" srcOrd="2" destOrd="0" presId="urn:microsoft.com/office/officeart/2018/2/layout/IconCircleList"/>
    <dgm:cxn modelId="{1677B8E7-A4F0-4E6F-BBA1-13568C304A37}" type="presParOf" srcId="{D50BB01B-586A-486F-81B8-FAAE6BC47E7A}" destId="{73B971A0-D0C7-41CE-AA71-0A757CCF8A5F}" srcOrd="3" destOrd="0" presId="urn:microsoft.com/office/officeart/2018/2/layout/IconCircleList"/>
    <dgm:cxn modelId="{755E8959-B826-4CFA-AA77-B8F61BAF9E58}" type="presParOf" srcId="{959B6752-C921-429D-BC6B-A185C7DB2505}" destId="{DD845CF7-9668-4308-87E1-B2462225AEE8}" srcOrd="1" destOrd="0" presId="urn:microsoft.com/office/officeart/2018/2/layout/IconCircleList"/>
    <dgm:cxn modelId="{D1D19288-4015-439E-9E08-61058430CBDA}" type="presParOf" srcId="{959B6752-C921-429D-BC6B-A185C7DB2505}" destId="{53082397-641C-4BC3-817F-E2EC5DB6ACB0}" srcOrd="2" destOrd="0" presId="urn:microsoft.com/office/officeart/2018/2/layout/IconCircleList"/>
    <dgm:cxn modelId="{1CABB033-6D4F-4398-BA9B-4FAFA8C16156}" type="presParOf" srcId="{53082397-641C-4BC3-817F-E2EC5DB6ACB0}" destId="{DF4C463F-EB83-466B-9140-09FEE34CE4A1}" srcOrd="0" destOrd="0" presId="urn:microsoft.com/office/officeart/2018/2/layout/IconCircleList"/>
    <dgm:cxn modelId="{7B8AF22F-DC9D-4F5C-A575-FB099B4982E9}" type="presParOf" srcId="{53082397-641C-4BC3-817F-E2EC5DB6ACB0}" destId="{E9583671-3B93-4E3F-B554-B22A6A073BA6}" srcOrd="1" destOrd="0" presId="urn:microsoft.com/office/officeart/2018/2/layout/IconCircleList"/>
    <dgm:cxn modelId="{AFB4211B-447F-4F62-9343-298FD0F4BBA8}" type="presParOf" srcId="{53082397-641C-4BC3-817F-E2EC5DB6ACB0}" destId="{FB9B41DF-441C-487C-85D7-169C5354C882}" srcOrd="2" destOrd="0" presId="urn:microsoft.com/office/officeart/2018/2/layout/IconCircleList"/>
    <dgm:cxn modelId="{223B4F40-6116-4209-BD56-B747842A2665}" type="presParOf" srcId="{53082397-641C-4BC3-817F-E2EC5DB6ACB0}" destId="{AD381AE5-5116-49E7-B3A7-6D218957BD01}" srcOrd="3" destOrd="0" presId="urn:microsoft.com/office/officeart/2018/2/layout/IconCircleList"/>
    <dgm:cxn modelId="{340BCEAE-249D-4831-8904-F5C8C661F4F1}" type="presParOf" srcId="{959B6752-C921-429D-BC6B-A185C7DB2505}" destId="{19B84AD1-E864-4AAC-8659-1454B72BD128}" srcOrd="3" destOrd="0" presId="urn:microsoft.com/office/officeart/2018/2/layout/IconCircleList"/>
    <dgm:cxn modelId="{CA040ADE-1A52-4183-B54B-C6A629AA7BCB}" type="presParOf" srcId="{959B6752-C921-429D-BC6B-A185C7DB2505}" destId="{50DC75FE-4D0B-476E-9CC8-4A865B432B33}" srcOrd="4" destOrd="0" presId="urn:microsoft.com/office/officeart/2018/2/layout/IconCircleList"/>
    <dgm:cxn modelId="{57BC1180-A4CC-40CF-B318-E836EB287648}" type="presParOf" srcId="{50DC75FE-4D0B-476E-9CC8-4A865B432B33}" destId="{DD6DE4CA-743E-41AD-ABB2-13A50825DD7E}" srcOrd="0" destOrd="0" presId="urn:microsoft.com/office/officeart/2018/2/layout/IconCircleList"/>
    <dgm:cxn modelId="{83E3A79D-11E2-4AC4-97EB-8D7CF5571BEA}" type="presParOf" srcId="{50DC75FE-4D0B-476E-9CC8-4A865B432B33}" destId="{59660973-47F1-4151-ADB5-0779694EA9CE}" srcOrd="1" destOrd="0" presId="urn:microsoft.com/office/officeart/2018/2/layout/IconCircleList"/>
    <dgm:cxn modelId="{AE813419-A4FD-4FAF-AE1C-5F1D246AF2BC}" type="presParOf" srcId="{50DC75FE-4D0B-476E-9CC8-4A865B432B33}" destId="{C19EF993-91D5-4E5D-98D8-7D0E83C91805}" srcOrd="2" destOrd="0" presId="urn:microsoft.com/office/officeart/2018/2/layout/IconCircleList"/>
    <dgm:cxn modelId="{9C17F6D0-4321-44E4-BCC1-2C725BFDAA28}" type="presParOf" srcId="{50DC75FE-4D0B-476E-9CC8-4A865B432B33}" destId="{2796F439-D234-4692-A245-003EC65D7750}" srcOrd="3" destOrd="0" presId="urn:microsoft.com/office/officeart/2018/2/layout/IconCircleList"/>
    <dgm:cxn modelId="{04388CC9-4D78-4553-B5A1-C8A4AD061530}" type="presParOf" srcId="{959B6752-C921-429D-BC6B-A185C7DB2505}" destId="{E67BF55D-3E95-4792-BD4A-1F119DEC2D1E}" srcOrd="5" destOrd="0" presId="urn:microsoft.com/office/officeart/2018/2/layout/IconCircleList"/>
    <dgm:cxn modelId="{691150C5-D4D9-4538-8434-9305C9E3ED9A}" type="presParOf" srcId="{959B6752-C921-429D-BC6B-A185C7DB2505}" destId="{673871A7-E44D-493A-B22D-A68408B25000}" srcOrd="6" destOrd="0" presId="urn:microsoft.com/office/officeart/2018/2/layout/IconCircleList"/>
    <dgm:cxn modelId="{7E9D2C63-6AC1-4E87-957C-0360D59AB0A5}" type="presParOf" srcId="{673871A7-E44D-493A-B22D-A68408B25000}" destId="{E2A698B6-D4A4-409D-8A08-C397A7CD4D3C}" srcOrd="0" destOrd="0" presId="urn:microsoft.com/office/officeart/2018/2/layout/IconCircleList"/>
    <dgm:cxn modelId="{C517B15A-A2CA-407F-AF9D-0164BEE2A5BB}" type="presParOf" srcId="{673871A7-E44D-493A-B22D-A68408B25000}" destId="{0E0CC154-BBEC-42B0-96DD-4B6DB1AA6928}" srcOrd="1" destOrd="0" presId="urn:microsoft.com/office/officeart/2018/2/layout/IconCircleList"/>
    <dgm:cxn modelId="{A7B9E367-BB19-469C-97F1-FA6B1B1BCDB0}" type="presParOf" srcId="{673871A7-E44D-493A-B22D-A68408B25000}" destId="{128C6F45-669C-496F-BE76-FC59180DBE6C}" srcOrd="2" destOrd="0" presId="urn:microsoft.com/office/officeart/2018/2/layout/IconCircleList"/>
    <dgm:cxn modelId="{50D1D4B0-DAF5-4970-8F93-04F3BEC68D58}" type="presParOf" srcId="{673871A7-E44D-493A-B22D-A68408B25000}" destId="{097D82AE-6641-4D94-8123-DB8DAB121FF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D4EEA8-E861-4ED8-9BB6-F4F93983209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205285-76F0-4565-B5D2-066D486A5DEF}">
      <dgm:prSet/>
      <dgm:spPr/>
      <dgm:t>
        <a:bodyPr/>
        <a:lstStyle/>
        <a:p>
          <a:r>
            <a:rPr lang="en-US"/>
            <a:t>• Front End: HTML5 (Semantic elements), CSS3 (Custom variables, glassmorphic layout, keyframe animations).</a:t>
          </a:r>
        </a:p>
      </dgm:t>
    </dgm:pt>
    <dgm:pt modelId="{E9412A23-A6EE-47AE-962D-3B3F43CC96C2}" type="parTrans" cxnId="{1C8F77FF-B2D1-4F4B-9B84-39AB7B304BD6}">
      <dgm:prSet/>
      <dgm:spPr/>
      <dgm:t>
        <a:bodyPr/>
        <a:lstStyle/>
        <a:p>
          <a:endParaRPr lang="en-US"/>
        </a:p>
      </dgm:t>
    </dgm:pt>
    <dgm:pt modelId="{B2726284-533E-4683-8E5E-F913A1261DFC}" type="sibTrans" cxnId="{1C8F77FF-B2D1-4F4B-9B84-39AB7B304BD6}">
      <dgm:prSet/>
      <dgm:spPr/>
      <dgm:t>
        <a:bodyPr/>
        <a:lstStyle/>
        <a:p>
          <a:endParaRPr lang="en-US"/>
        </a:p>
      </dgm:t>
    </dgm:pt>
    <dgm:pt modelId="{57335290-3657-486A-8566-AA55174ACFD6}">
      <dgm:prSet/>
      <dgm:spPr/>
      <dgm:t>
        <a:bodyPr/>
        <a:lstStyle/>
        <a:p>
          <a:r>
            <a:rPr lang="en-US"/>
            <a:t>• Controller Logic: Vanilla ES6 JavaScript (Object-Oriented state management).</a:t>
          </a:r>
        </a:p>
      </dgm:t>
    </dgm:pt>
    <dgm:pt modelId="{E5EA0CAC-9292-4B3D-9D38-9C3DF6043FC9}" type="parTrans" cxnId="{CBA97531-2770-4064-92F6-1CD568192D36}">
      <dgm:prSet/>
      <dgm:spPr/>
      <dgm:t>
        <a:bodyPr/>
        <a:lstStyle/>
        <a:p>
          <a:endParaRPr lang="en-US"/>
        </a:p>
      </dgm:t>
    </dgm:pt>
    <dgm:pt modelId="{2A90B3B5-E654-4C99-9C11-1D09316F9E00}" type="sibTrans" cxnId="{CBA97531-2770-4064-92F6-1CD568192D36}">
      <dgm:prSet/>
      <dgm:spPr/>
      <dgm:t>
        <a:bodyPr/>
        <a:lstStyle/>
        <a:p>
          <a:endParaRPr lang="en-US"/>
        </a:p>
      </dgm:t>
    </dgm:pt>
    <dgm:pt modelId="{81F33D3A-FEB2-4A82-8A18-D724DF9C209F}">
      <dgm:prSet/>
      <dgm:spPr/>
      <dgm:t>
        <a:bodyPr/>
        <a:lstStyle/>
        <a:p>
          <a:r>
            <a:rPr lang="en-US"/>
            <a:t>• Backend Database: Supabase Cloud Host (PostgreSQL).</a:t>
          </a:r>
        </a:p>
      </dgm:t>
    </dgm:pt>
    <dgm:pt modelId="{840141E5-1653-4202-9965-E6DC195FD580}" type="parTrans" cxnId="{99257D4A-2279-441D-BAE0-6BEBA4F567B1}">
      <dgm:prSet/>
      <dgm:spPr/>
      <dgm:t>
        <a:bodyPr/>
        <a:lstStyle/>
        <a:p>
          <a:endParaRPr lang="en-US"/>
        </a:p>
      </dgm:t>
    </dgm:pt>
    <dgm:pt modelId="{56A13319-0204-4D57-85E2-0AC6B10541D5}" type="sibTrans" cxnId="{99257D4A-2279-441D-BAE0-6BEBA4F567B1}">
      <dgm:prSet/>
      <dgm:spPr/>
      <dgm:t>
        <a:bodyPr/>
        <a:lstStyle/>
        <a:p>
          <a:endParaRPr lang="en-US"/>
        </a:p>
      </dgm:t>
    </dgm:pt>
    <dgm:pt modelId="{C6DE8CA7-A6A6-43A4-B84C-8CB4ACC3E5A0}">
      <dgm:prSet/>
      <dgm:spPr/>
      <dgm:t>
        <a:bodyPr/>
        <a:lstStyle/>
        <a:p>
          <a:r>
            <a:rPr lang="en-US"/>
            <a:t>• APIs &amp; Libraries: QRServer API, Lucide Icon Vector CDN.</a:t>
          </a:r>
        </a:p>
      </dgm:t>
    </dgm:pt>
    <dgm:pt modelId="{6AA955F2-1F91-4D65-BBC1-E483C69E689F}" type="parTrans" cxnId="{0A3ABECE-9425-4098-9E06-57DD0AD5F814}">
      <dgm:prSet/>
      <dgm:spPr/>
      <dgm:t>
        <a:bodyPr/>
        <a:lstStyle/>
        <a:p>
          <a:endParaRPr lang="en-US"/>
        </a:p>
      </dgm:t>
    </dgm:pt>
    <dgm:pt modelId="{1CE23D2A-6ED7-485C-9E89-951D2B8C0A18}" type="sibTrans" cxnId="{0A3ABECE-9425-4098-9E06-57DD0AD5F814}">
      <dgm:prSet/>
      <dgm:spPr/>
      <dgm:t>
        <a:bodyPr/>
        <a:lstStyle/>
        <a:p>
          <a:endParaRPr lang="en-US"/>
        </a:p>
      </dgm:t>
    </dgm:pt>
    <dgm:pt modelId="{26319644-46DD-4DFF-BEF9-F5580C5B474E}">
      <dgm:prSet/>
      <dgm:spPr/>
      <dgm:t>
        <a:bodyPr/>
        <a:lstStyle/>
        <a:p>
          <a:r>
            <a:rPr lang="en-US"/>
            <a:t>• Development Server: Python HTTP server, tested on localhost:8000.</a:t>
          </a:r>
        </a:p>
      </dgm:t>
    </dgm:pt>
    <dgm:pt modelId="{06D54B13-9CDB-402A-AAB9-F812B64D9885}" type="parTrans" cxnId="{87C772FE-B8C3-48DE-BA92-66A9E82EE19E}">
      <dgm:prSet/>
      <dgm:spPr/>
      <dgm:t>
        <a:bodyPr/>
        <a:lstStyle/>
        <a:p>
          <a:endParaRPr lang="en-US"/>
        </a:p>
      </dgm:t>
    </dgm:pt>
    <dgm:pt modelId="{59D3F805-4682-4F89-855F-73E2A5A43A23}" type="sibTrans" cxnId="{87C772FE-B8C3-48DE-BA92-66A9E82EE19E}">
      <dgm:prSet/>
      <dgm:spPr/>
      <dgm:t>
        <a:bodyPr/>
        <a:lstStyle/>
        <a:p>
          <a:endParaRPr lang="en-US"/>
        </a:p>
      </dgm:t>
    </dgm:pt>
    <dgm:pt modelId="{83743A79-24C7-4219-8D31-5663BB5FD42D}" type="pres">
      <dgm:prSet presAssocID="{E9D4EEA8-E861-4ED8-9BB6-F4F939832098}" presName="root" presStyleCnt="0">
        <dgm:presLayoutVars>
          <dgm:dir/>
          <dgm:resizeHandles val="exact"/>
        </dgm:presLayoutVars>
      </dgm:prSet>
      <dgm:spPr/>
    </dgm:pt>
    <dgm:pt modelId="{352AA4FD-5421-45AE-A26E-8D783B2A3AD4}" type="pres">
      <dgm:prSet presAssocID="{E9D4EEA8-E861-4ED8-9BB6-F4F939832098}" presName="container" presStyleCnt="0">
        <dgm:presLayoutVars>
          <dgm:dir/>
          <dgm:resizeHandles val="exact"/>
        </dgm:presLayoutVars>
      </dgm:prSet>
      <dgm:spPr/>
    </dgm:pt>
    <dgm:pt modelId="{999AF54C-B783-4931-88B1-D1308E5E69F9}" type="pres">
      <dgm:prSet presAssocID="{35205285-76F0-4565-B5D2-066D486A5DEF}" presName="compNode" presStyleCnt="0"/>
      <dgm:spPr/>
    </dgm:pt>
    <dgm:pt modelId="{ED1404AE-DF72-49B4-ACF8-279BC710C894}" type="pres">
      <dgm:prSet presAssocID="{35205285-76F0-4565-B5D2-066D486A5DEF}" presName="iconBgRect" presStyleLbl="bgShp" presStyleIdx="0" presStyleCnt="5"/>
      <dgm:spPr/>
    </dgm:pt>
    <dgm:pt modelId="{7D4C42C5-7D14-4ED6-A608-C88FA1387AD7}" type="pres">
      <dgm:prSet presAssocID="{35205285-76F0-4565-B5D2-066D486A5DE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5CC8AE8-A206-4175-AA30-5308D179E8E8}" type="pres">
      <dgm:prSet presAssocID="{35205285-76F0-4565-B5D2-066D486A5DEF}" presName="spaceRect" presStyleCnt="0"/>
      <dgm:spPr/>
    </dgm:pt>
    <dgm:pt modelId="{169E206E-9F36-4904-AA22-726F6768FDF2}" type="pres">
      <dgm:prSet presAssocID="{35205285-76F0-4565-B5D2-066D486A5DEF}" presName="textRect" presStyleLbl="revTx" presStyleIdx="0" presStyleCnt="5">
        <dgm:presLayoutVars>
          <dgm:chMax val="1"/>
          <dgm:chPref val="1"/>
        </dgm:presLayoutVars>
      </dgm:prSet>
      <dgm:spPr/>
    </dgm:pt>
    <dgm:pt modelId="{2D776275-8578-462E-B233-D484F203B69F}" type="pres">
      <dgm:prSet presAssocID="{B2726284-533E-4683-8E5E-F913A1261DFC}" presName="sibTrans" presStyleLbl="sibTrans2D1" presStyleIdx="0" presStyleCnt="0"/>
      <dgm:spPr/>
    </dgm:pt>
    <dgm:pt modelId="{06AD7C90-8D8B-4A73-B2F4-D1FA0C5BFB29}" type="pres">
      <dgm:prSet presAssocID="{57335290-3657-486A-8566-AA55174ACFD6}" presName="compNode" presStyleCnt="0"/>
      <dgm:spPr/>
    </dgm:pt>
    <dgm:pt modelId="{286C9124-FAD0-4A95-BC0C-BCA6501594DE}" type="pres">
      <dgm:prSet presAssocID="{57335290-3657-486A-8566-AA55174ACFD6}" presName="iconBgRect" presStyleLbl="bgShp" presStyleIdx="1" presStyleCnt="5"/>
      <dgm:spPr/>
    </dgm:pt>
    <dgm:pt modelId="{A1F156EF-29B1-4EC3-BB89-D4D4B4F53128}" type="pres">
      <dgm:prSet presAssocID="{57335290-3657-486A-8566-AA55174ACFD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D0F3B3F-483C-4F8A-B2BD-801CD65233D8}" type="pres">
      <dgm:prSet presAssocID="{57335290-3657-486A-8566-AA55174ACFD6}" presName="spaceRect" presStyleCnt="0"/>
      <dgm:spPr/>
    </dgm:pt>
    <dgm:pt modelId="{F5770F05-05EA-4AE4-BCF9-C7173CFA4DC8}" type="pres">
      <dgm:prSet presAssocID="{57335290-3657-486A-8566-AA55174ACFD6}" presName="textRect" presStyleLbl="revTx" presStyleIdx="1" presStyleCnt="5">
        <dgm:presLayoutVars>
          <dgm:chMax val="1"/>
          <dgm:chPref val="1"/>
        </dgm:presLayoutVars>
      </dgm:prSet>
      <dgm:spPr/>
    </dgm:pt>
    <dgm:pt modelId="{880B1D6D-5B14-4FE2-A103-845CBBB01661}" type="pres">
      <dgm:prSet presAssocID="{2A90B3B5-E654-4C99-9C11-1D09316F9E00}" presName="sibTrans" presStyleLbl="sibTrans2D1" presStyleIdx="0" presStyleCnt="0"/>
      <dgm:spPr/>
    </dgm:pt>
    <dgm:pt modelId="{17EA6411-0727-4DBB-8181-3DF856B92E31}" type="pres">
      <dgm:prSet presAssocID="{81F33D3A-FEB2-4A82-8A18-D724DF9C209F}" presName="compNode" presStyleCnt="0"/>
      <dgm:spPr/>
    </dgm:pt>
    <dgm:pt modelId="{E68131B9-13B6-45EE-9632-632BFFB9A7D5}" type="pres">
      <dgm:prSet presAssocID="{81F33D3A-FEB2-4A82-8A18-D724DF9C209F}" presName="iconBgRect" presStyleLbl="bgShp" presStyleIdx="2" presStyleCnt="5"/>
      <dgm:spPr/>
    </dgm:pt>
    <dgm:pt modelId="{79F85451-D017-4054-B8D5-E29C31A3516B}" type="pres">
      <dgm:prSet presAssocID="{81F33D3A-FEB2-4A82-8A18-D724DF9C209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1383F1F-19C9-4E71-888A-5F6E313CB4AE}" type="pres">
      <dgm:prSet presAssocID="{81F33D3A-FEB2-4A82-8A18-D724DF9C209F}" presName="spaceRect" presStyleCnt="0"/>
      <dgm:spPr/>
    </dgm:pt>
    <dgm:pt modelId="{2A230502-241B-4275-9494-ECF31535B132}" type="pres">
      <dgm:prSet presAssocID="{81F33D3A-FEB2-4A82-8A18-D724DF9C209F}" presName="textRect" presStyleLbl="revTx" presStyleIdx="2" presStyleCnt="5">
        <dgm:presLayoutVars>
          <dgm:chMax val="1"/>
          <dgm:chPref val="1"/>
        </dgm:presLayoutVars>
      </dgm:prSet>
      <dgm:spPr/>
    </dgm:pt>
    <dgm:pt modelId="{60338ACC-CBFA-4C43-98A4-FDA3BCAEADD9}" type="pres">
      <dgm:prSet presAssocID="{56A13319-0204-4D57-85E2-0AC6B10541D5}" presName="sibTrans" presStyleLbl="sibTrans2D1" presStyleIdx="0" presStyleCnt="0"/>
      <dgm:spPr/>
    </dgm:pt>
    <dgm:pt modelId="{D451FCB2-E5CF-471A-9E0F-0BED61F0A114}" type="pres">
      <dgm:prSet presAssocID="{C6DE8CA7-A6A6-43A4-B84C-8CB4ACC3E5A0}" presName="compNode" presStyleCnt="0"/>
      <dgm:spPr/>
    </dgm:pt>
    <dgm:pt modelId="{8AA2212E-1B40-4165-B9D1-D722E54ED190}" type="pres">
      <dgm:prSet presAssocID="{C6DE8CA7-A6A6-43A4-B84C-8CB4ACC3E5A0}" presName="iconBgRect" presStyleLbl="bgShp" presStyleIdx="3" presStyleCnt="5"/>
      <dgm:spPr/>
    </dgm:pt>
    <dgm:pt modelId="{21BCA21B-9AF5-49AD-8E94-1FC08C799326}" type="pres">
      <dgm:prSet presAssocID="{C6DE8CA7-A6A6-43A4-B84C-8CB4ACC3E5A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F7685AE-C693-490D-B836-8054A4E4E5F1}" type="pres">
      <dgm:prSet presAssocID="{C6DE8CA7-A6A6-43A4-B84C-8CB4ACC3E5A0}" presName="spaceRect" presStyleCnt="0"/>
      <dgm:spPr/>
    </dgm:pt>
    <dgm:pt modelId="{51BD7EB5-3AB9-4C2B-BF3F-99D540E16968}" type="pres">
      <dgm:prSet presAssocID="{C6DE8CA7-A6A6-43A4-B84C-8CB4ACC3E5A0}" presName="textRect" presStyleLbl="revTx" presStyleIdx="3" presStyleCnt="5">
        <dgm:presLayoutVars>
          <dgm:chMax val="1"/>
          <dgm:chPref val="1"/>
        </dgm:presLayoutVars>
      </dgm:prSet>
      <dgm:spPr/>
    </dgm:pt>
    <dgm:pt modelId="{D6F593BF-CD95-4A11-8915-AA40E6C610A2}" type="pres">
      <dgm:prSet presAssocID="{1CE23D2A-6ED7-485C-9E89-951D2B8C0A18}" presName="sibTrans" presStyleLbl="sibTrans2D1" presStyleIdx="0" presStyleCnt="0"/>
      <dgm:spPr/>
    </dgm:pt>
    <dgm:pt modelId="{8939D135-B1C6-491C-93F0-9205AF1035ED}" type="pres">
      <dgm:prSet presAssocID="{26319644-46DD-4DFF-BEF9-F5580C5B474E}" presName="compNode" presStyleCnt="0"/>
      <dgm:spPr/>
    </dgm:pt>
    <dgm:pt modelId="{80370468-47D4-4EA1-AE0C-3C6444F5980F}" type="pres">
      <dgm:prSet presAssocID="{26319644-46DD-4DFF-BEF9-F5580C5B474E}" presName="iconBgRect" presStyleLbl="bgShp" presStyleIdx="4" presStyleCnt="5"/>
      <dgm:spPr/>
    </dgm:pt>
    <dgm:pt modelId="{8A773AC9-2D71-409F-A7FE-B7E775BC6568}" type="pres">
      <dgm:prSet presAssocID="{26319644-46DD-4DFF-BEF9-F5580C5B474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CCBA1A9-F693-4F3C-B97D-5A319905CB2C}" type="pres">
      <dgm:prSet presAssocID="{26319644-46DD-4DFF-BEF9-F5580C5B474E}" presName="spaceRect" presStyleCnt="0"/>
      <dgm:spPr/>
    </dgm:pt>
    <dgm:pt modelId="{502FCE5F-D041-45BD-9C44-61979C6A9702}" type="pres">
      <dgm:prSet presAssocID="{26319644-46DD-4DFF-BEF9-F5580C5B474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BA97531-2770-4064-92F6-1CD568192D36}" srcId="{E9D4EEA8-E861-4ED8-9BB6-F4F939832098}" destId="{57335290-3657-486A-8566-AA55174ACFD6}" srcOrd="1" destOrd="0" parTransId="{E5EA0CAC-9292-4B3D-9D38-9C3DF6043FC9}" sibTransId="{2A90B3B5-E654-4C99-9C11-1D09316F9E00}"/>
    <dgm:cxn modelId="{BD3FBE5F-04FB-405D-8C94-323964D69FF5}" type="presOf" srcId="{26319644-46DD-4DFF-BEF9-F5580C5B474E}" destId="{502FCE5F-D041-45BD-9C44-61979C6A9702}" srcOrd="0" destOrd="0" presId="urn:microsoft.com/office/officeart/2018/2/layout/IconCircleList"/>
    <dgm:cxn modelId="{DC9D4B46-F354-4F30-BA44-DBA7B0D5FE2B}" type="presOf" srcId="{2A90B3B5-E654-4C99-9C11-1D09316F9E00}" destId="{880B1D6D-5B14-4FE2-A103-845CBBB01661}" srcOrd="0" destOrd="0" presId="urn:microsoft.com/office/officeart/2018/2/layout/IconCircleList"/>
    <dgm:cxn modelId="{99257D4A-2279-441D-BAE0-6BEBA4F567B1}" srcId="{E9D4EEA8-E861-4ED8-9BB6-F4F939832098}" destId="{81F33D3A-FEB2-4A82-8A18-D724DF9C209F}" srcOrd="2" destOrd="0" parTransId="{840141E5-1653-4202-9965-E6DC195FD580}" sibTransId="{56A13319-0204-4D57-85E2-0AC6B10541D5}"/>
    <dgm:cxn modelId="{5058EB7B-51C5-43DD-944F-B699FA2CDC4A}" type="presOf" srcId="{35205285-76F0-4565-B5D2-066D486A5DEF}" destId="{169E206E-9F36-4904-AA22-726F6768FDF2}" srcOrd="0" destOrd="0" presId="urn:microsoft.com/office/officeart/2018/2/layout/IconCircleList"/>
    <dgm:cxn modelId="{65AB827E-760D-4069-804F-22DBF46E0915}" type="presOf" srcId="{56A13319-0204-4D57-85E2-0AC6B10541D5}" destId="{60338ACC-CBFA-4C43-98A4-FDA3BCAEADD9}" srcOrd="0" destOrd="0" presId="urn:microsoft.com/office/officeart/2018/2/layout/IconCircleList"/>
    <dgm:cxn modelId="{7D0B3E8C-9370-4594-8072-4EED229CA4A1}" type="presOf" srcId="{57335290-3657-486A-8566-AA55174ACFD6}" destId="{F5770F05-05EA-4AE4-BCF9-C7173CFA4DC8}" srcOrd="0" destOrd="0" presId="urn:microsoft.com/office/officeart/2018/2/layout/IconCircleList"/>
    <dgm:cxn modelId="{E48A70B3-6966-494F-92E7-605D510E3E94}" type="presOf" srcId="{E9D4EEA8-E861-4ED8-9BB6-F4F939832098}" destId="{83743A79-24C7-4219-8D31-5663BB5FD42D}" srcOrd="0" destOrd="0" presId="urn:microsoft.com/office/officeart/2018/2/layout/IconCircleList"/>
    <dgm:cxn modelId="{0A3ABECE-9425-4098-9E06-57DD0AD5F814}" srcId="{E9D4EEA8-E861-4ED8-9BB6-F4F939832098}" destId="{C6DE8CA7-A6A6-43A4-B84C-8CB4ACC3E5A0}" srcOrd="3" destOrd="0" parTransId="{6AA955F2-1F91-4D65-BBC1-E483C69E689F}" sibTransId="{1CE23D2A-6ED7-485C-9E89-951D2B8C0A18}"/>
    <dgm:cxn modelId="{19A681D8-9844-4E21-9F3C-C919470FD4B2}" type="presOf" srcId="{C6DE8CA7-A6A6-43A4-B84C-8CB4ACC3E5A0}" destId="{51BD7EB5-3AB9-4C2B-BF3F-99D540E16968}" srcOrd="0" destOrd="0" presId="urn:microsoft.com/office/officeart/2018/2/layout/IconCircleList"/>
    <dgm:cxn modelId="{5FB88DD8-798B-4BE8-8F43-79C45D3B0B4B}" type="presOf" srcId="{B2726284-533E-4683-8E5E-F913A1261DFC}" destId="{2D776275-8578-462E-B233-D484F203B69F}" srcOrd="0" destOrd="0" presId="urn:microsoft.com/office/officeart/2018/2/layout/IconCircleList"/>
    <dgm:cxn modelId="{DAA200F0-8DBC-4618-B8DE-1871247BA2DB}" type="presOf" srcId="{1CE23D2A-6ED7-485C-9E89-951D2B8C0A18}" destId="{D6F593BF-CD95-4A11-8915-AA40E6C610A2}" srcOrd="0" destOrd="0" presId="urn:microsoft.com/office/officeart/2018/2/layout/IconCircleList"/>
    <dgm:cxn modelId="{56DF2CF3-41B4-422B-9BE0-515ACCA071C8}" type="presOf" srcId="{81F33D3A-FEB2-4A82-8A18-D724DF9C209F}" destId="{2A230502-241B-4275-9494-ECF31535B132}" srcOrd="0" destOrd="0" presId="urn:microsoft.com/office/officeart/2018/2/layout/IconCircleList"/>
    <dgm:cxn modelId="{87C772FE-B8C3-48DE-BA92-66A9E82EE19E}" srcId="{E9D4EEA8-E861-4ED8-9BB6-F4F939832098}" destId="{26319644-46DD-4DFF-BEF9-F5580C5B474E}" srcOrd="4" destOrd="0" parTransId="{06D54B13-9CDB-402A-AAB9-F812B64D9885}" sibTransId="{59D3F805-4682-4F89-855F-73E2A5A43A23}"/>
    <dgm:cxn modelId="{1C8F77FF-B2D1-4F4B-9B84-39AB7B304BD6}" srcId="{E9D4EEA8-E861-4ED8-9BB6-F4F939832098}" destId="{35205285-76F0-4565-B5D2-066D486A5DEF}" srcOrd="0" destOrd="0" parTransId="{E9412A23-A6EE-47AE-962D-3B3F43CC96C2}" sibTransId="{B2726284-533E-4683-8E5E-F913A1261DFC}"/>
    <dgm:cxn modelId="{BBCAF15B-8CD2-41CE-9BDD-76900B14D972}" type="presParOf" srcId="{83743A79-24C7-4219-8D31-5663BB5FD42D}" destId="{352AA4FD-5421-45AE-A26E-8D783B2A3AD4}" srcOrd="0" destOrd="0" presId="urn:microsoft.com/office/officeart/2018/2/layout/IconCircleList"/>
    <dgm:cxn modelId="{5699ED90-3370-463F-8EDF-A6A191EBD534}" type="presParOf" srcId="{352AA4FD-5421-45AE-A26E-8D783B2A3AD4}" destId="{999AF54C-B783-4931-88B1-D1308E5E69F9}" srcOrd="0" destOrd="0" presId="urn:microsoft.com/office/officeart/2018/2/layout/IconCircleList"/>
    <dgm:cxn modelId="{3886716B-BF80-46CC-ACCE-762E7EE38762}" type="presParOf" srcId="{999AF54C-B783-4931-88B1-D1308E5E69F9}" destId="{ED1404AE-DF72-49B4-ACF8-279BC710C894}" srcOrd="0" destOrd="0" presId="urn:microsoft.com/office/officeart/2018/2/layout/IconCircleList"/>
    <dgm:cxn modelId="{E14AA329-5572-4428-8843-99292A3EF365}" type="presParOf" srcId="{999AF54C-B783-4931-88B1-D1308E5E69F9}" destId="{7D4C42C5-7D14-4ED6-A608-C88FA1387AD7}" srcOrd="1" destOrd="0" presId="urn:microsoft.com/office/officeart/2018/2/layout/IconCircleList"/>
    <dgm:cxn modelId="{61139407-2C71-4FFC-88EC-CE32BB598055}" type="presParOf" srcId="{999AF54C-B783-4931-88B1-D1308E5E69F9}" destId="{B5CC8AE8-A206-4175-AA30-5308D179E8E8}" srcOrd="2" destOrd="0" presId="urn:microsoft.com/office/officeart/2018/2/layout/IconCircleList"/>
    <dgm:cxn modelId="{8139F2AF-FCE2-4909-B725-F444792AF73F}" type="presParOf" srcId="{999AF54C-B783-4931-88B1-D1308E5E69F9}" destId="{169E206E-9F36-4904-AA22-726F6768FDF2}" srcOrd="3" destOrd="0" presId="urn:microsoft.com/office/officeart/2018/2/layout/IconCircleList"/>
    <dgm:cxn modelId="{A2062850-A8E6-42C4-9631-CEA6A88B4BF7}" type="presParOf" srcId="{352AA4FD-5421-45AE-A26E-8D783B2A3AD4}" destId="{2D776275-8578-462E-B233-D484F203B69F}" srcOrd="1" destOrd="0" presId="urn:microsoft.com/office/officeart/2018/2/layout/IconCircleList"/>
    <dgm:cxn modelId="{B4E85A9A-5E7E-42FC-A998-0A6E76EC8898}" type="presParOf" srcId="{352AA4FD-5421-45AE-A26E-8D783B2A3AD4}" destId="{06AD7C90-8D8B-4A73-B2F4-D1FA0C5BFB29}" srcOrd="2" destOrd="0" presId="urn:microsoft.com/office/officeart/2018/2/layout/IconCircleList"/>
    <dgm:cxn modelId="{2630E91C-6E74-4128-BFCB-E052A549BF65}" type="presParOf" srcId="{06AD7C90-8D8B-4A73-B2F4-D1FA0C5BFB29}" destId="{286C9124-FAD0-4A95-BC0C-BCA6501594DE}" srcOrd="0" destOrd="0" presId="urn:microsoft.com/office/officeart/2018/2/layout/IconCircleList"/>
    <dgm:cxn modelId="{1447D07E-98D6-4463-AF18-C60F50F1E220}" type="presParOf" srcId="{06AD7C90-8D8B-4A73-B2F4-D1FA0C5BFB29}" destId="{A1F156EF-29B1-4EC3-BB89-D4D4B4F53128}" srcOrd="1" destOrd="0" presId="urn:microsoft.com/office/officeart/2018/2/layout/IconCircleList"/>
    <dgm:cxn modelId="{202D35D9-C7DF-4AF8-87C5-2C316EC693C6}" type="presParOf" srcId="{06AD7C90-8D8B-4A73-B2F4-D1FA0C5BFB29}" destId="{DD0F3B3F-483C-4F8A-B2BD-801CD65233D8}" srcOrd="2" destOrd="0" presId="urn:microsoft.com/office/officeart/2018/2/layout/IconCircleList"/>
    <dgm:cxn modelId="{7C6601FE-BD52-40F8-8B9F-1D8C912E2805}" type="presParOf" srcId="{06AD7C90-8D8B-4A73-B2F4-D1FA0C5BFB29}" destId="{F5770F05-05EA-4AE4-BCF9-C7173CFA4DC8}" srcOrd="3" destOrd="0" presId="urn:microsoft.com/office/officeart/2018/2/layout/IconCircleList"/>
    <dgm:cxn modelId="{9DA42672-177E-4486-A0E4-DC7B0F470D84}" type="presParOf" srcId="{352AA4FD-5421-45AE-A26E-8D783B2A3AD4}" destId="{880B1D6D-5B14-4FE2-A103-845CBBB01661}" srcOrd="3" destOrd="0" presId="urn:microsoft.com/office/officeart/2018/2/layout/IconCircleList"/>
    <dgm:cxn modelId="{C15C8B42-1901-4329-9DE9-DA79894BAA7D}" type="presParOf" srcId="{352AA4FD-5421-45AE-A26E-8D783B2A3AD4}" destId="{17EA6411-0727-4DBB-8181-3DF856B92E31}" srcOrd="4" destOrd="0" presId="urn:microsoft.com/office/officeart/2018/2/layout/IconCircleList"/>
    <dgm:cxn modelId="{C89FD1A3-6CAC-4478-945F-EDA24E2639EA}" type="presParOf" srcId="{17EA6411-0727-4DBB-8181-3DF856B92E31}" destId="{E68131B9-13B6-45EE-9632-632BFFB9A7D5}" srcOrd="0" destOrd="0" presId="urn:microsoft.com/office/officeart/2018/2/layout/IconCircleList"/>
    <dgm:cxn modelId="{7D3DD8B6-71C4-4313-8CED-F2EA403C886E}" type="presParOf" srcId="{17EA6411-0727-4DBB-8181-3DF856B92E31}" destId="{79F85451-D017-4054-B8D5-E29C31A3516B}" srcOrd="1" destOrd="0" presId="urn:microsoft.com/office/officeart/2018/2/layout/IconCircleList"/>
    <dgm:cxn modelId="{2BAE0E9D-3F46-425F-919D-3A9BFED7777B}" type="presParOf" srcId="{17EA6411-0727-4DBB-8181-3DF856B92E31}" destId="{71383F1F-19C9-4E71-888A-5F6E313CB4AE}" srcOrd="2" destOrd="0" presId="urn:microsoft.com/office/officeart/2018/2/layout/IconCircleList"/>
    <dgm:cxn modelId="{E581E427-045D-4087-A6DA-F415ADF5D8CD}" type="presParOf" srcId="{17EA6411-0727-4DBB-8181-3DF856B92E31}" destId="{2A230502-241B-4275-9494-ECF31535B132}" srcOrd="3" destOrd="0" presId="urn:microsoft.com/office/officeart/2018/2/layout/IconCircleList"/>
    <dgm:cxn modelId="{A92FB84D-7A5F-47A0-BF2B-F09BFBAAB521}" type="presParOf" srcId="{352AA4FD-5421-45AE-A26E-8D783B2A3AD4}" destId="{60338ACC-CBFA-4C43-98A4-FDA3BCAEADD9}" srcOrd="5" destOrd="0" presId="urn:microsoft.com/office/officeart/2018/2/layout/IconCircleList"/>
    <dgm:cxn modelId="{6EC52383-3CE6-4E48-B67B-D32740EDA2B3}" type="presParOf" srcId="{352AA4FD-5421-45AE-A26E-8D783B2A3AD4}" destId="{D451FCB2-E5CF-471A-9E0F-0BED61F0A114}" srcOrd="6" destOrd="0" presId="urn:microsoft.com/office/officeart/2018/2/layout/IconCircleList"/>
    <dgm:cxn modelId="{96273335-2520-430B-A608-BA52796052F9}" type="presParOf" srcId="{D451FCB2-E5CF-471A-9E0F-0BED61F0A114}" destId="{8AA2212E-1B40-4165-B9D1-D722E54ED190}" srcOrd="0" destOrd="0" presId="urn:microsoft.com/office/officeart/2018/2/layout/IconCircleList"/>
    <dgm:cxn modelId="{1C2D737F-428A-4716-8473-906A492AA63E}" type="presParOf" srcId="{D451FCB2-E5CF-471A-9E0F-0BED61F0A114}" destId="{21BCA21B-9AF5-49AD-8E94-1FC08C799326}" srcOrd="1" destOrd="0" presId="urn:microsoft.com/office/officeart/2018/2/layout/IconCircleList"/>
    <dgm:cxn modelId="{4F4DDFAA-DDCE-4485-B661-000A5EFC7FAA}" type="presParOf" srcId="{D451FCB2-E5CF-471A-9E0F-0BED61F0A114}" destId="{1F7685AE-C693-490D-B836-8054A4E4E5F1}" srcOrd="2" destOrd="0" presId="urn:microsoft.com/office/officeart/2018/2/layout/IconCircleList"/>
    <dgm:cxn modelId="{394B54DF-7CC5-4BAE-8D4C-10181179AB67}" type="presParOf" srcId="{D451FCB2-E5CF-471A-9E0F-0BED61F0A114}" destId="{51BD7EB5-3AB9-4C2B-BF3F-99D540E16968}" srcOrd="3" destOrd="0" presId="urn:microsoft.com/office/officeart/2018/2/layout/IconCircleList"/>
    <dgm:cxn modelId="{F7744CC9-D8FA-4810-B981-B93BEB341E17}" type="presParOf" srcId="{352AA4FD-5421-45AE-A26E-8D783B2A3AD4}" destId="{D6F593BF-CD95-4A11-8915-AA40E6C610A2}" srcOrd="7" destOrd="0" presId="urn:microsoft.com/office/officeart/2018/2/layout/IconCircleList"/>
    <dgm:cxn modelId="{DF2F90FB-9C21-4A46-B382-5042339289A0}" type="presParOf" srcId="{352AA4FD-5421-45AE-A26E-8D783B2A3AD4}" destId="{8939D135-B1C6-491C-93F0-9205AF1035ED}" srcOrd="8" destOrd="0" presId="urn:microsoft.com/office/officeart/2018/2/layout/IconCircleList"/>
    <dgm:cxn modelId="{78C62E33-FC21-478D-A2AB-F404D5FCB8E7}" type="presParOf" srcId="{8939D135-B1C6-491C-93F0-9205AF1035ED}" destId="{80370468-47D4-4EA1-AE0C-3C6444F5980F}" srcOrd="0" destOrd="0" presId="urn:microsoft.com/office/officeart/2018/2/layout/IconCircleList"/>
    <dgm:cxn modelId="{24FFD7E2-E4D9-4F44-B179-45A37794541F}" type="presParOf" srcId="{8939D135-B1C6-491C-93F0-9205AF1035ED}" destId="{8A773AC9-2D71-409F-A7FE-B7E775BC6568}" srcOrd="1" destOrd="0" presId="urn:microsoft.com/office/officeart/2018/2/layout/IconCircleList"/>
    <dgm:cxn modelId="{5649777D-FBDF-4157-975A-ECFDA2E5CF56}" type="presParOf" srcId="{8939D135-B1C6-491C-93F0-9205AF1035ED}" destId="{1CCBA1A9-F693-4F3C-B97D-5A319905CB2C}" srcOrd="2" destOrd="0" presId="urn:microsoft.com/office/officeart/2018/2/layout/IconCircleList"/>
    <dgm:cxn modelId="{DB74D16C-2C45-4581-A703-7832912B66DF}" type="presParOf" srcId="{8939D135-B1C6-491C-93F0-9205AF1035ED}" destId="{502FCE5F-D041-45BD-9C44-61979C6A970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973C9B-50B4-4EA3-9C60-DC5A42BE4EE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DA5A06C-5526-4AC0-947A-879C2CAAF916}">
      <dgm:prSet/>
      <dgm:spPr/>
      <dgm:t>
        <a:bodyPr/>
        <a:lstStyle/>
        <a:p>
          <a:pPr>
            <a:defRPr cap="all"/>
          </a:pPr>
          <a:r>
            <a:rPr lang="en-US"/>
            <a:t>• Frontend Architecture: Lightweight Single-Page App utilizing hash-routing view controllers.</a:t>
          </a:r>
        </a:p>
      </dgm:t>
    </dgm:pt>
    <dgm:pt modelId="{A3E8943A-B4EC-42EC-A2DE-EB23921C2FFA}" type="parTrans" cxnId="{DF61D1B0-E592-4D34-BEE1-2D9BF5E38836}">
      <dgm:prSet/>
      <dgm:spPr/>
      <dgm:t>
        <a:bodyPr/>
        <a:lstStyle/>
        <a:p>
          <a:endParaRPr lang="en-US"/>
        </a:p>
      </dgm:t>
    </dgm:pt>
    <dgm:pt modelId="{7E75B203-6C8A-4DEB-92C3-B16DACE90F92}" type="sibTrans" cxnId="{DF61D1B0-E592-4D34-BEE1-2D9BF5E38836}">
      <dgm:prSet/>
      <dgm:spPr/>
      <dgm:t>
        <a:bodyPr/>
        <a:lstStyle/>
        <a:p>
          <a:endParaRPr lang="en-US"/>
        </a:p>
      </dgm:t>
    </dgm:pt>
    <dgm:pt modelId="{F471AF3C-29F1-4F87-B021-24D9D1B3DDBB}">
      <dgm:prSet/>
      <dgm:spPr/>
      <dgm:t>
        <a:bodyPr/>
        <a:lstStyle/>
        <a:p>
          <a:pPr>
            <a:defRPr cap="all"/>
          </a:pPr>
          <a:r>
            <a:rPr lang="en-US"/>
            <a:t>• Backend Architecture: Hosted Supabase cloud instance serving PostgreSQL tables.</a:t>
          </a:r>
        </a:p>
      </dgm:t>
    </dgm:pt>
    <dgm:pt modelId="{9FC68D6B-E198-43E6-BA87-689CF1CE4FC3}" type="parTrans" cxnId="{B0945021-6425-4F14-AE13-7DAFDE02505E}">
      <dgm:prSet/>
      <dgm:spPr/>
      <dgm:t>
        <a:bodyPr/>
        <a:lstStyle/>
        <a:p>
          <a:endParaRPr lang="en-US"/>
        </a:p>
      </dgm:t>
    </dgm:pt>
    <dgm:pt modelId="{A592F713-B90D-438E-A510-23ADAF5874B4}" type="sibTrans" cxnId="{B0945021-6425-4F14-AE13-7DAFDE02505E}">
      <dgm:prSet/>
      <dgm:spPr/>
      <dgm:t>
        <a:bodyPr/>
        <a:lstStyle/>
        <a:p>
          <a:endParaRPr lang="en-US"/>
        </a:p>
      </dgm:t>
    </dgm:pt>
    <dgm:pt modelId="{8B8DBAB1-7EA9-42E6-B77B-4CA53226FFC1}">
      <dgm:prSet/>
      <dgm:spPr/>
      <dgm:t>
        <a:bodyPr/>
        <a:lstStyle/>
        <a:p>
          <a:pPr>
            <a:defRPr cap="all"/>
          </a:pPr>
          <a:r>
            <a:rPr lang="en-US"/>
            <a:t>• Database Connectivity: Unified client wrapper db.js dynamically checks credentials.</a:t>
          </a:r>
        </a:p>
      </dgm:t>
    </dgm:pt>
    <dgm:pt modelId="{CF5F9980-68A4-4755-BD7F-22A5B5C7C70C}" type="parTrans" cxnId="{BF0B1C2C-0864-49FE-9AC5-FE8254FE4211}">
      <dgm:prSet/>
      <dgm:spPr/>
      <dgm:t>
        <a:bodyPr/>
        <a:lstStyle/>
        <a:p>
          <a:endParaRPr lang="en-US"/>
        </a:p>
      </dgm:t>
    </dgm:pt>
    <dgm:pt modelId="{72592A76-A918-473F-9C08-47B99F3821C9}" type="sibTrans" cxnId="{BF0B1C2C-0864-49FE-9AC5-FE8254FE4211}">
      <dgm:prSet/>
      <dgm:spPr/>
      <dgm:t>
        <a:bodyPr/>
        <a:lstStyle/>
        <a:p>
          <a:endParaRPr lang="en-US"/>
        </a:p>
      </dgm:t>
    </dgm:pt>
    <dgm:pt modelId="{2329B314-3818-44A6-A5E2-DF1DED5772EF}">
      <dgm:prSet/>
      <dgm:spPr/>
      <dgm:t>
        <a:bodyPr/>
        <a:lstStyle/>
        <a:p>
          <a:pPr>
            <a:defRPr cap="all"/>
          </a:pPr>
          <a:r>
            <a:rPr lang="en-US"/>
            <a:t>• Resilient Offline Fallback: If cloud connection fails or is unconfigured, the app automatically switches to local browser LocalStorage, keeping the application unbreakable.</a:t>
          </a:r>
        </a:p>
      </dgm:t>
    </dgm:pt>
    <dgm:pt modelId="{C278DF0B-8E5D-4ECF-BEF4-F5330B92EC91}" type="parTrans" cxnId="{6629881B-4448-433D-A926-35CEF8A04A8A}">
      <dgm:prSet/>
      <dgm:spPr/>
      <dgm:t>
        <a:bodyPr/>
        <a:lstStyle/>
        <a:p>
          <a:endParaRPr lang="en-US"/>
        </a:p>
      </dgm:t>
    </dgm:pt>
    <dgm:pt modelId="{057DA142-16B0-4CB4-AE41-886BC4D0BEFD}" type="sibTrans" cxnId="{6629881B-4448-433D-A926-35CEF8A04A8A}">
      <dgm:prSet/>
      <dgm:spPr/>
      <dgm:t>
        <a:bodyPr/>
        <a:lstStyle/>
        <a:p>
          <a:endParaRPr lang="en-US"/>
        </a:p>
      </dgm:t>
    </dgm:pt>
    <dgm:pt modelId="{1B94F59C-69E1-4834-AC82-162B9B6F20B7}" type="pres">
      <dgm:prSet presAssocID="{78973C9B-50B4-4EA3-9C60-DC5A42BE4EED}" presName="root" presStyleCnt="0">
        <dgm:presLayoutVars>
          <dgm:dir/>
          <dgm:resizeHandles val="exact"/>
        </dgm:presLayoutVars>
      </dgm:prSet>
      <dgm:spPr/>
    </dgm:pt>
    <dgm:pt modelId="{C04C78B2-6A38-4E3A-9494-5C04019C71E6}" type="pres">
      <dgm:prSet presAssocID="{ADA5A06C-5526-4AC0-947A-879C2CAAF916}" presName="compNode" presStyleCnt="0"/>
      <dgm:spPr/>
    </dgm:pt>
    <dgm:pt modelId="{35C891EF-2282-4B29-8CCA-07453FD008CE}" type="pres">
      <dgm:prSet presAssocID="{ADA5A06C-5526-4AC0-947A-879C2CAAF91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B96A78C-3129-48AA-9D0A-2F4B44DED8C1}" type="pres">
      <dgm:prSet presAssocID="{ADA5A06C-5526-4AC0-947A-879C2CAAF91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53358F2-ABD0-41D0-83ED-0D0F7C5A6FEC}" type="pres">
      <dgm:prSet presAssocID="{ADA5A06C-5526-4AC0-947A-879C2CAAF916}" presName="spaceRect" presStyleCnt="0"/>
      <dgm:spPr/>
    </dgm:pt>
    <dgm:pt modelId="{62E41DC5-3F23-4F26-B945-DAF2AC7DAF54}" type="pres">
      <dgm:prSet presAssocID="{ADA5A06C-5526-4AC0-947A-879C2CAAF916}" presName="textRect" presStyleLbl="revTx" presStyleIdx="0" presStyleCnt="4">
        <dgm:presLayoutVars>
          <dgm:chMax val="1"/>
          <dgm:chPref val="1"/>
        </dgm:presLayoutVars>
      </dgm:prSet>
      <dgm:spPr/>
    </dgm:pt>
    <dgm:pt modelId="{6CC5C702-FBEA-417B-807F-CC2FD0AD258C}" type="pres">
      <dgm:prSet presAssocID="{7E75B203-6C8A-4DEB-92C3-B16DACE90F92}" presName="sibTrans" presStyleCnt="0"/>
      <dgm:spPr/>
    </dgm:pt>
    <dgm:pt modelId="{292D4C6A-EF32-4858-B38C-84FE7AA76876}" type="pres">
      <dgm:prSet presAssocID="{F471AF3C-29F1-4F87-B021-24D9D1B3DDBB}" presName="compNode" presStyleCnt="0"/>
      <dgm:spPr/>
    </dgm:pt>
    <dgm:pt modelId="{1073F7E3-040C-49CA-91E0-54F3A385AED2}" type="pres">
      <dgm:prSet presAssocID="{F471AF3C-29F1-4F87-B021-24D9D1B3DDB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AA409BD-C164-4886-A305-5623538C6840}" type="pres">
      <dgm:prSet presAssocID="{F471AF3C-29F1-4F87-B021-24D9D1B3DDB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386CB3-D4CB-4609-AF09-00112F4102F2}" type="pres">
      <dgm:prSet presAssocID="{F471AF3C-29F1-4F87-B021-24D9D1B3DDBB}" presName="spaceRect" presStyleCnt="0"/>
      <dgm:spPr/>
    </dgm:pt>
    <dgm:pt modelId="{52ACA0B9-9F9C-4244-9839-D3F12F0C48D6}" type="pres">
      <dgm:prSet presAssocID="{F471AF3C-29F1-4F87-B021-24D9D1B3DDBB}" presName="textRect" presStyleLbl="revTx" presStyleIdx="1" presStyleCnt="4">
        <dgm:presLayoutVars>
          <dgm:chMax val="1"/>
          <dgm:chPref val="1"/>
        </dgm:presLayoutVars>
      </dgm:prSet>
      <dgm:spPr/>
    </dgm:pt>
    <dgm:pt modelId="{7F449A8E-BBA6-44FE-8EDD-18CED61B8639}" type="pres">
      <dgm:prSet presAssocID="{A592F713-B90D-438E-A510-23ADAF5874B4}" presName="sibTrans" presStyleCnt="0"/>
      <dgm:spPr/>
    </dgm:pt>
    <dgm:pt modelId="{39BC8988-8E1E-4609-A880-C8FD034E11BA}" type="pres">
      <dgm:prSet presAssocID="{8B8DBAB1-7EA9-42E6-B77B-4CA53226FFC1}" presName="compNode" presStyleCnt="0"/>
      <dgm:spPr/>
    </dgm:pt>
    <dgm:pt modelId="{694FCD43-E0DC-44F7-BCF1-A26FC1F7B622}" type="pres">
      <dgm:prSet presAssocID="{8B8DBAB1-7EA9-42E6-B77B-4CA53226FFC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77E67C4-8261-4466-9C95-1E22A8BB2B38}" type="pres">
      <dgm:prSet presAssocID="{8B8DBAB1-7EA9-42E6-B77B-4CA53226FFC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B5E58D9-326A-4F54-BC03-6CAF2BA60362}" type="pres">
      <dgm:prSet presAssocID="{8B8DBAB1-7EA9-42E6-B77B-4CA53226FFC1}" presName="spaceRect" presStyleCnt="0"/>
      <dgm:spPr/>
    </dgm:pt>
    <dgm:pt modelId="{FF545B9B-CADB-48A3-B991-CBFE3E7A3283}" type="pres">
      <dgm:prSet presAssocID="{8B8DBAB1-7EA9-42E6-B77B-4CA53226FFC1}" presName="textRect" presStyleLbl="revTx" presStyleIdx="2" presStyleCnt="4">
        <dgm:presLayoutVars>
          <dgm:chMax val="1"/>
          <dgm:chPref val="1"/>
        </dgm:presLayoutVars>
      </dgm:prSet>
      <dgm:spPr/>
    </dgm:pt>
    <dgm:pt modelId="{00FF7D5C-57ED-4BD3-8748-AB58A9DCA52F}" type="pres">
      <dgm:prSet presAssocID="{72592A76-A918-473F-9C08-47B99F3821C9}" presName="sibTrans" presStyleCnt="0"/>
      <dgm:spPr/>
    </dgm:pt>
    <dgm:pt modelId="{81C41161-295C-4544-96DC-D631405AAC55}" type="pres">
      <dgm:prSet presAssocID="{2329B314-3818-44A6-A5E2-DF1DED5772EF}" presName="compNode" presStyleCnt="0"/>
      <dgm:spPr/>
    </dgm:pt>
    <dgm:pt modelId="{F48B5237-29D4-4BEA-84D6-2488F0598FF6}" type="pres">
      <dgm:prSet presAssocID="{2329B314-3818-44A6-A5E2-DF1DED5772E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94AD602-06DD-4B68-9711-0E6C02D72A29}" type="pres">
      <dgm:prSet presAssocID="{2329B314-3818-44A6-A5E2-DF1DED5772E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5C86BFB-C68A-4686-BE0C-87348041C69F}" type="pres">
      <dgm:prSet presAssocID="{2329B314-3818-44A6-A5E2-DF1DED5772EF}" presName="spaceRect" presStyleCnt="0"/>
      <dgm:spPr/>
    </dgm:pt>
    <dgm:pt modelId="{AB680429-36F9-4636-8394-DE8C7216FA95}" type="pres">
      <dgm:prSet presAssocID="{2329B314-3818-44A6-A5E2-DF1DED5772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29881B-4448-433D-A926-35CEF8A04A8A}" srcId="{78973C9B-50B4-4EA3-9C60-DC5A42BE4EED}" destId="{2329B314-3818-44A6-A5E2-DF1DED5772EF}" srcOrd="3" destOrd="0" parTransId="{C278DF0B-8E5D-4ECF-BEF4-F5330B92EC91}" sibTransId="{057DA142-16B0-4CB4-AE41-886BC4D0BEFD}"/>
    <dgm:cxn modelId="{B0945021-6425-4F14-AE13-7DAFDE02505E}" srcId="{78973C9B-50B4-4EA3-9C60-DC5A42BE4EED}" destId="{F471AF3C-29F1-4F87-B021-24D9D1B3DDBB}" srcOrd="1" destOrd="0" parTransId="{9FC68D6B-E198-43E6-BA87-689CF1CE4FC3}" sibTransId="{A592F713-B90D-438E-A510-23ADAF5874B4}"/>
    <dgm:cxn modelId="{BF0B1C2C-0864-49FE-9AC5-FE8254FE4211}" srcId="{78973C9B-50B4-4EA3-9C60-DC5A42BE4EED}" destId="{8B8DBAB1-7EA9-42E6-B77B-4CA53226FFC1}" srcOrd="2" destOrd="0" parTransId="{CF5F9980-68A4-4755-BD7F-22A5B5C7C70C}" sibTransId="{72592A76-A918-473F-9C08-47B99F3821C9}"/>
    <dgm:cxn modelId="{9D1A3D32-BF82-4DF0-B9E8-0153AD483390}" type="presOf" srcId="{8B8DBAB1-7EA9-42E6-B77B-4CA53226FFC1}" destId="{FF545B9B-CADB-48A3-B991-CBFE3E7A3283}" srcOrd="0" destOrd="0" presId="urn:microsoft.com/office/officeart/2018/5/layout/IconLeafLabelList"/>
    <dgm:cxn modelId="{EE777939-1E3D-4AFF-8B34-2D81AD147434}" type="presOf" srcId="{2329B314-3818-44A6-A5E2-DF1DED5772EF}" destId="{AB680429-36F9-4636-8394-DE8C7216FA95}" srcOrd="0" destOrd="0" presId="urn:microsoft.com/office/officeart/2018/5/layout/IconLeafLabelList"/>
    <dgm:cxn modelId="{5AF7A78E-6EF3-4019-AD7B-76D438F14F33}" type="presOf" srcId="{ADA5A06C-5526-4AC0-947A-879C2CAAF916}" destId="{62E41DC5-3F23-4F26-B945-DAF2AC7DAF54}" srcOrd="0" destOrd="0" presId="urn:microsoft.com/office/officeart/2018/5/layout/IconLeafLabelList"/>
    <dgm:cxn modelId="{DF61D1B0-E592-4D34-BEE1-2D9BF5E38836}" srcId="{78973C9B-50B4-4EA3-9C60-DC5A42BE4EED}" destId="{ADA5A06C-5526-4AC0-947A-879C2CAAF916}" srcOrd="0" destOrd="0" parTransId="{A3E8943A-B4EC-42EC-A2DE-EB23921C2FFA}" sibTransId="{7E75B203-6C8A-4DEB-92C3-B16DACE90F92}"/>
    <dgm:cxn modelId="{29A55BF2-2AE9-4015-9B83-F9EA170482C1}" type="presOf" srcId="{78973C9B-50B4-4EA3-9C60-DC5A42BE4EED}" destId="{1B94F59C-69E1-4834-AC82-162B9B6F20B7}" srcOrd="0" destOrd="0" presId="urn:microsoft.com/office/officeart/2018/5/layout/IconLeafLabelList"/>
    <dgm:cxn modelId="{9CC40DF6-CF5A-4C12-9B26-E0252DE9EC3D}" type="presOf" srcId="{F471AF3C-29F1-4F87-B021-24D9D1B3DDBB}" destId="{52ACA0B9-9F9C-4244-9839-D3F12F0C48D6}" srcOrd="0" destOrd="0" presId="urn:microsoft.com/office/officeart/2018/5/layout/IconLeafLabelList"/>
    <dgm:cxn modelId="{215EF77A-5A60-4B60-970F-96B2F5F8082C}" type="presParOf" srcId="{1B94F59C-69E1-4834-AC82-162B9B6F20B7}" destId="{C04C78B2-6A38-4E3A-9494-5C04019C71E6}" srcOrd="0" destOrd="0" presId="urn:microsoft.com/office/officeart/2018/5/layout/IconLeafLabelList"/>
    <dgm:cxn modelId="{9060F18C-DD22-4AB1-8DF3-D20411F92912}" type="presParOf" srcId="{C04C78B2-6A38-4E3A-9494-5C04019C71E6}" destId="{35C891EF-2282-4B29-8CCA-07453FD008CE}" srcOrd="0" destOrd="0" presId="urn:microsoft.com/office/officeart/2018/5/layout/IconLeafLabelList"/>
    <dgm:cxn modelId="{8642CD08-0183-4FE6-9D4D-7131B09C61CC}" type="presParOf" srcId="{C04C78B2-6A38-4E3A-9494-5C04019C71E6}" destId="{5B96A78C-3129-48AA-9D0A-2F4B44DED8C1}" srcOrd="1" destOrd="0" presId="urn:microsoft.com/office/officeart/2018/5/layout/IconLeafLabelList"/>
    <dgm:cxn modelId="{1CEB7B4E-B333-47F6-AADC-B231A4828FA7}" type="presParOf" srcId="{C04C78B2-6A38-4E3A-9494-5C04019C71E6}" destId="{153358F2-ABD0-41D0-83ED-0D0F7C5A6FEC}" srcOrd="2" destOrd="0" presId="urn:microsoft.com/office/officeart/2018/5/layout/IconLeafLabelList"/>
    <dgm:cxn modelId="{1145DE96-292A-4B36-B72A-F6B262E74AEC}" type="presParOf" srcId="{C04C78B2-6A38-4E3A-9494-5C04019C71E6}" destId="{62E41DC5-3F23-4F26-B945-DAF2AC7DAF54}" srcOrd="3" destOrd="0" presId="urn:microsoft.com/office/officeart/2018/5/layout/IconLeafLabelList"/>
    <dgm:cxn modelId="{80DF3B89-9B97-4F6B-BCE7-3064462D443D}" type="presParOf" srcId="{1B94F59C-69E1-4834-AC82-162B9B6F20B7}" destId="{6CC5C702-FBEA-417B-807F-CC2FD0AD258C}" srcOrd="1" destOrd="0" presId="urn:microsoft.com/office/officeart/2018/5/layout/IconLeafLabelList"/>
    <dgm:cxn modelId="{C5B25D15-A253-4DCB-9CC5-6C28FE7E7C62}" type="presParOf" srcId="{1B94F59C-69E1-4834-AC82-162B9B6F20B7}" destId="{292D4C6A-EF32-4858-B38C-84FE7AA76876}" srcOrd="2" destOrd="0" presId="urn:microsoft.com/office/officeart/2018/5/layout/IconLeafLabelList"/>
    <dgm:cxn modelId="{2D837E02-3D77-490A-A33D-CE4361C75218}" type="presParOf" srcId="{292D4C6A-EF32-4858-B38C-84FE7AA76876}" destId="{1073F7E3-040C-49CA-91E0-54F3A385AED2}" srcOrd="0" destOrd="0" presId="urn:microsoft.com/office/officeart/2018/5/layout/IconLeafLabelList"/>
    <dgm:cxn modelId="{719ED826-B214-495B-A75B-AE3DFA766B7A}" type="presParOf" srcId="{292D4C6A-EF32-4858-B38C-84FE7AA76876}" destId="{6AA409BD-C164-4886-A305-5623538C6840}" srcOrd="1" destOrd="0" presId="urn:microsoft.com/office/officeart/2018/5/layout/IconLeafLabelList"/>
    <dgm:cxn modelId="{D3241BBC-19D4-44AB-BCC2-8CDB5EB890AD}" type="presParOf" srcId="{292D4C6A-EF32-4858-B38C-84FE7AA76876}" destId="{64386CB3-D4CB-4609-AF09-00112F4102F2}" srcOrd="2" destOrd="0" presId="urn:microsoft.com/office/officeart/2018/5/layout/IconLeafLabelList"/>
    <dgm:cxn modelId="{26107AC3-1BF5-4531-BBF2-CBF25BD28ADD}" type="presParOf" srcId="{292D4C6A-EF32-4858-B38C-84FE7AA76876}" destId="{52ACA0B9-9F9C-4244-9839-D3F12F0C48D6}" srcOrd="3" destOrd="0" presId="urn:microsoft.com/office/officeart/2018/5/layout/IconLeafLabelList"/>
    <dgm:cxn modelId="{E3952623-9125-4D64-A1FD-8AF1FA1A4914}" type="presParOf" srcId="{1B94F59C-69E1-4834-AC82-162B9B6F20B7}" destId="{7F449A8E-BBA6-44FE-8EDD-18CED61B8639}" srcOrd="3" destOrd="0" presId="urn:microsoft.com/office/officeart/2018/5/layout/IconLeafLabelList"/>
    <dgm:cxn modelId="{2553D3E3-3143-41F7-9AD9-DDF15C7D22D8}" type="presParOf" srcId="{1B94F59C-69E1-4834-AC82-162B9B6F20B7}" destId="{39BC8988-8E1E-4609-A880-C8FD034E11BA}" srcOrd="4" destOrd="0" presId="urn:microsoft.com/office/officeart/2018/5/layout/IconLeafLabelList"/>
    <dgm:cxn modelId="{D10FF374-61F2-4643-ABF0-6ED3EF7A5573}" type="presParOf" srcId="{39BC8988-8E1E-4609-A880-C8FD034E11BA}" destId="{694FCD43-E0DC-44F7-BCF1-A26FC1F7B622}" srcOrd="0" destOrd="0" presId="urn:microsoft.com/office/officeart/2018/5/layout/IconLeafLabelList"/>
    <dgm:cxn modelId="{EB74948C-075F-42B5-A1A9-15CEB1893D76}" type="presParOf" srcId="{39BC8988-8E1E-4609-A880-C8FD034E11BA}" destId="{B77E67C4-8261-4466-9C95-1E22A8BB2B38}" srcOrd="1" destOrd="0" presId="urn:microsoft.com/office/officeart/2018/5/layout/IconLeafLabelList"/>
    <dgm:cxn modelId="{92D14525-D738-4572-9039-1D9FA5834D1F}" type="presParOf" srcId="{39BC8988-8E1E-4609-A880-C8FD034E11BA}" destId="{0B5E58D9-326A-4F54-BC03-6CAF2BA60362}" srcOrd="2" destOrd="0" presId="urn:microsoft.com/office/officeart/2018/5/layout/IconLeafLabelList"/>
    <dgm:cxn modelId="{31E86D27-D272-4ED8-84F1-3860EF14A079}" type="presParOf" srcId="{39BC8988-8E1E-4609-A880-C8FD034E11BA}" destId="{FF545B9B-CADB-48A3-B991-CBFE3E7A3283}" srcOrd="3" destOrd="0" presId="urn:microsoft.com/office/officeart/2018/5/layout/IconLeafLabelList"/>
    <dgm:cxn modelId="{EF7632F6-ECB4-47F2-8117-080D8003BAB1}" type="presParOf" srcId="{1B94F59C-69E1-4834-AC82-162B9B6F20B7}" destId="{00FF7D5C-57ED-4BD3-8748-AB58A9DCA52F}" srcOrd="5" destOrd="0" presId="urn:microsoft.com/office/officeart/2018/5/layout/IconLeafLabelList"/>
    <dgm:cxn modelId="{CCCBEED9-DD9C-4EA4-8496-0303065C6C83}" type="presParOf" srcId="{1B94F59C-69E1-4834-AC82-162B9B6F20B7}" destId="{81C41161-295C-4544-96DC-D631405AAC55}" srcOrd="6" destOrd="0" presId="urn:microsoft.com/office/officeart/2018/5/layout/IconLeafLabelList"/>
    <dgm:cxn modelId="{14FDB8AB-74D6-4249-A4BF-134EA4798926}" type="presParOf" srcId="{81C41161-295C-4544-96DC-D631405AAC55}" destId="{F48B5237-29D4-4BEA-84D6-2488F0598FF6}" srcOrd="0" destOrd="0" presId="urn:microsoft.com/office/officeart/2018/5/layout/IconLeafLabelList"/>
    <dgm:cxn modelId="{845638F0-106D-4411-8A77-D4B38F4F6D7F}" type="presParOf" srcId="{81C41161-295C-4544-96DC-D631405AAC55}" destId="{A94AD602-06DD-4B68-9711-0E6C02D72A29}" srcOrd="1" destOrd="0" presId="urn:microsoft.com/office/officeart/2018/5/layout/IconLeafLabelList"/>
    <dgm:cxn modelId="{0C36E15E-4DAE-4540-BB5C-FE5A6077E30B}" type="presParOf" srcId="{81C41161-295C-4544-96DC-D631405AAC55}" destId="{E5C86BFB-C68A-4686-BE0C-87348041C69F}" srcOrd="2" destOrd="0" presId="urn:microsoft.com/office/officeart/2018/5/layout/IconLeafLabelList"/>
    <dgm:cxn modelId="{C7E29116-B72B-445A-A18B-729D310BF89C}" type="presParOf" srcId="{81C41161-295C-4544-96DC-D631405AAC55}" destId="{AB680429-36F9-4636-8394-DE8C7216FA9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80A685-3510-4EEF-B31A-CABD3BF3731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F7D939-5FC8-41AE-A42A-6A38A356C249}">
      <dgm:prSet/>
      <dgm:spPr/>
      <dgm:t>
        <a:bodyPr/>
        <a:lstStyle/>
        <a:p>
          <a:r>
            <a:rPr lang="en-US"/>
            <a:t>• Week 1-2: Requirement gathering, user persona analysis, and local prototyping.</a:t>
          </a:r>
        </a:p>
      </dgm:t>
    </dgm:pt>
    <dgm:pt modelId="{B4CAE342-EC51-43A9-AB84-F288C3C05F05}" type="parTrans" cxnId="{ADBA9C74-E6B7-4749-8411-B32E8498DD33}">
      <dgm:prSet/>
      <dgm:spPr/>
      <dgm:t>
        <a:bodyPr/>
        <a:lstStyle/>
        <a:p>
          <a:endParaRPr lang="en-US"/>
        </a:p>
      </dgm:t>
    </dgm:pt>
    <dgm:pt modelId="{9DE9B459-C5D8-4CA3-B508-C1673EAAE3A7}" type="sibTrans" cxnId="{ADBA9C74-E6B7-4749-8411-B32E8498DD33}">
      <dgm:prSet/>
      <dgm:spPr/>
      <dgm:t>
        <a:bodyPr/>
        <a:lstStyle/>
        <a:p>
          <a:endParaRPr lang="en-US"/>
        </a:p>
      </dgm:t>
    </dgm:pt>
    <dgm:pt modelId="{DAE316E3-A5F6-452B-BD23-C10CB28C76E7}">
      <dgm:prSet/>
      <dgm:spPr/>
      <dgm:t>
        <a:bodyPr/>
        <a:lstStyle/>
        <a:p>
          <a:r>
            <a:rPr lang="en-US"/>
            <a:t>• Week 3-4: UI design, green styling tokens, and client-side routing modules.</a:t>
          </a:r>
        </a:p>
      </dgm:t>
    </dgm:pt>
    <dgm:pt modelId="{DDD605F5-0B91-4188-A6D2-189BA0C87898}" type="parTrans" cxnId="{01D3EE96-8BAC-478B-8855-7BB38F902775}">
      <dgm:prSet/>
      <dgm:spPr/>
      <dgm:t>
        <a:bodyPr/>
        <a:lstStyle/>
        <a:p>
          <a:endParaRPr lang="en-US"/>
        </a:p>
      </dgm:t>
    </dgm:pt>
    <dgm:pt modelId="{293E3A8B-7EC1-4DCF-94F6-D4B3851B4772}" type="sibTrans" cxnId="{01D3EE96-8BAC-478B-8855-7BB38F902775}">
      <dgm:prSet/>
      <dgm:spPr/>
      <dgm:t>
        <a:bodyPr/>
        <a:lstStyle/>
        <a:p>
          <a:endParaRPr lang="en-US"/>
        </a:p>
      </dgm:t>
    </dgm:pt>
    <dgm:pt modelId="{F4D02A64-A32A-48D2-A25A-8B0125AD8304}">
      <dgm:prSet/>
      <dgm:spPr/>
      <dgm:t>
        <a:bodyPr/>
        <a:lstStyle/>
        <a:p>
          <a:r>
            <a:rPr lang="en-US"/>
            <a:t>• Week 5-6: Supabase Postgres database design, key mappings, and table relations setup.</a:t>
          </a:r>
        </a:p>
      </dgm:t>
    </dgm:pt>
    <dgm:pt modelId="{90289461-9D79-4FFC-AAA6-3A393A0D08FF}" type="parTrans" cxnId="{9D2D6476-FB9C-4C86-93C1-D205A1616964}">
      <dgm:prSet/>
      <dgm:spPr/>
      <dgm:t>
        <a:bodyPr/>
        <a:lstStyle/>
        <a:p>
          <a:endParaRPr lang="en-US"/>
        </a:p>
      </dgm:t>
    </dgm:pt>
    <dgm:pt modelId="{E0820CF3-CB46-40F2-B053-07127AACCA68}" type="sibTrans" cxnId="{9D2D6476-FB9C-4C86-93C1-D205A1616964}">
      <dgm:prSet/>
      <dgm:spPr/>
      <dgm:t>
        <a:bodyPr/>
        <a:lstStyle/>
        <a:p>
          <a:endParaRPr lang="en-US"/>
        </a:p>
      </dgm:t>
    </dgm:pt>
    <dgm:pt modelId="{8E8E8563-A44C-46F9-AFB0-487286F19721}">
      <dgm:prSet/>
      <dgm:spPr/>
      <dgm:t>
        <a:bodyPr/>
        <a:lstStyle/>
        <a:p>
          <a:r>
            <a:rPr lang="en-US"/>
            <a:t>• Week 7-8: Wrote English-Tamil localization engine and integrated AI price profit calculator.</a:t>
          </a:r>
        </a:p>
      </dgm:t>
    </dgm:pt>
    <dgm:pt modelId="{20764BBC-DAF6-4D50-A153-340A9ADD5251}" type="parTrans" cxnId="{94EFC3EE-61E2-4688-A72F-C19F707BB920}">
      <dgm:prSet/>
      <dgm:spPr/>
      <dgm:t>
        <a:bodyPr/>
        <a:lstStyle/>
        <a:p>
          <a:endParaRPr lang="en-US"/>
        </a:p>
      </dgm:t>
    </dgm:pt>
    <dgm:pt modelId="{1CA3E9F6-0953-46D2-9919-D152C14430FE}" type="sibTrans" cxnId="{94EFC3EE-61E2-4688-A72F-C19F707BB920}">
      <dgm:prSet/>
      <dgm:spPr/>
      <dgm:t>
        <a:bodyPr/>
        <a:lstStyle/>
        <a:p>
          <a:endParaRPr lang="en-US"/>
        </a:p>
      </dgm:t>
    </dgm:pt>
    <dgm:pt modelId="{CDAEE946-AB51-44A0-AC35-88F230B786DB}">
      <dgm:prSet/>
      <dgm:spPr/>
      <dgm:t>
        <a:bodyPr/>
        <a:lstStyle/>
        <a:p>
          <a:r>
            <a:rPr lang="en-US"/>
            <a:t>• Week 9-10: Programmed Digital Farm Passports, dynamic QR codes, testing, and report writing.</a:t>
          </a:r>
        </a:p>
      </dgm:t>
    </dgm:pt>
    <dgm:pt modelId="{FDFBC0F1-F781-47CA-9096-E68371537B4C}" type="parTrans" cxnId="{20C70CA4-833E-4571-A9D9-B3241F183FFC}">
      <dgm:prSet/>
      <dgm:spPr/>
      <dgm:t>
        <a:bodyPr/>
        <a:lstStyle/>
        <a:p>
          <a:endParaRPr lang="en-US"/>
        </a:p>
      </dgm:t>
    </dgm:pt>
    <dgm:pt modelId="{336674D3-5C06-4D50-BC4E-2E048385A1F6}" type="sibTrans" cxnId="{20C70CA4-833E-4571-A9D9-B3241F183FFC}">
      <dgm:prSet/>
      <dgm:spPr/>
      <dgm:t>
        <a:bodyPr/>
        <a:lstStyle/>
        <a:p>
          <a:endParaRPr lang="en-US"/>
        </a:p>
      </dgm:t>
    </dgm:pt>
    <dgm:pt modelId="{434A2644-B53D-434D-83DE-EAF5D01998D5}" type="pres">
      <dgm:prSet presAssocID="{C980A685-3510-4EEF-B31A-CABD3BF37311}" presName="outerComposite" presStyleCnt="0">
        <dgm:presLayoutVars>
          <dgm:chMax val="5"/>
          <dgm:dir/>
          <dgm:resizeHandles val="exact"/>
        </dgm:presLayoutVars>
      </dgm:prSet>
      <dgm:spPr/>
    </dgm:pt>
    <dgm:pt modelId="{8FE54303-3968-4206-90FB-3D4D2F7512B1}" type="pres">
      <dgm:prSet presAssocID="{C980A685-3510-4EEF-B31A-CABD3BF37311}" presName="dummyMaxCanvas" presStyleCnt="0">
        <dgm:presLayoutVars/>
      </dgm:prSet>
      <dgm:spPr/>
    </dgm:pt>
    <dgm:pt modelId="{B2828B8B-160A-4FC9-816E-3A99BF37ABA4}" type="pres">
      <dgm:prSet presAssocID="{C980A685-3510-4EEF-B31A-CABD3BF37311}" presName="FiveNodes_1" presStyleLbl="node1" presStyleIdx="0" presStyleCnt="5">
        <dgm:presLayoutVars>
          <dgm:bulletEnabled val="1"/>
        </dgm:presLayoutVars>
      </dgm:prSet>
      <dgm:spPr/>
    </dgm:pt>
    <dgm:pt modelId="{A1997355-D4EA-42CD-9543-658C0B836BDB}" type="pres">
      <dgm:prSet presAssocID="{C980A685-3510-4EEF-B31A-CABD3BF37311}" presName="FiveNodes_2" presStyleLbl="node1" presStyleIdx="1" presStyleCnt="5">
        <dgm:presLayoutVars>
          <dgm:bulletEnabled val="1"/>
        </dgm:presLayoutVars>
      </dgm:prSet>
      <dgm:spPr/>
    </dgm:pt>
    <dgm:pt modelId="{35618E36-0F42-4301-8E8D-519C546C47A9}" type="pres">
      <dgm:prSet presAssocID="{C980A685-3510-4EEF-B31A-CABD3BF37311}" presName="FiveNodes_3" presStyleLbl="node1" presStyleIdx="2" presStyleCnt="5">
        <dgm:presLayoutVars>
          <dgm:bulletEnabled val="1"/>
        </dgm:presLayoutVars>
      </dgm:prSet>
      <dgm:spPr/>
    </dgm:pt>
    <dgm:pt modelId="{542CFA6F-63B0-4527-A7D3-EEF394B53840}" type="pres">
      <dgm:prSet presAssocID="{C980A685-3510-4EEF-B31A-CABD3BF37311}" presName="FiveNodes_4" presStyleLbl="node1" presStyleIdx="3" presStyleCnt="5">
        <dgm:presLayoutVars>
          <dgm:bulletEnabled val="1"/>
        </dgm:presLayoutVars>
      </dgm:prSet>
      <dgm:spPr/>
    </dgm:pt>
    <dgm:pt modelId="{B3220AB2-256F-4623-8B46-34132C76ACC0}" type="pres">
      <dgm:prSet presAssocID="{C980A685-3510-4EEF-B31A-CABD3BF37311}" presName="FiveNodes_5" presStyleLbl="node1" presStyleIdx="4" presStyleCnt="5">
        <dgm:presLayoutVars>
          <dgm:bulletEnabled val="1"/>
        </dgm:presLayoutVars>
      </dgm:prSet>
      <dgm:spPr/>
    </dgm:pt>
    <dgm:pt modelId="{AE5E900C-3156-4BCB-B7A1-D8D53D6B9992}" type="pres">
      <dgm:prSet presAssocID="{C980A685-3510-4EEF-B31A-CABD3BF37311}" presName="FiveConn_1-2" presStyleLbl="fgAccFollowNode1" presStyleIdx="0" presStyleCnt="4">
        <dgm:presLayoutVars>
          <dgm:bulletEnabled val="1"/>
        </dgm:presLayoutVars>
      </dgm:prSet>
      <dgm:spPr/>
    </dgm:pt>
    <dgm:pt modelId="{391ECB79-B0B3-436B-B69B-A5A6124B4EA6}" type="pres">
      <dgm:prSet presAssocID="{C980A685-3510-4EEF-B31A-CABD3BF37311}" presName="FiveConn_2-3" presStyleLbl="fgAccFollowNode1" presStyleIdx="1" presStyleCnt="4">
        <dgm:presLayoutVars>
          <dgm:bulletEnabled val="1"/>
        </dgm:presLayoutVars>
      </dgm:prSet>
      <dgm:spPr/>
    </dgm:pt>
    <dgm:pt modelId="{62AA69F4-16B4-4BB4-91E5-3C30E704A0CD}" type="pres">
      <dgm:prSet presAssocID="{C980A685-3510-4EEF-B31A-CABD3BF37311}" presName="FiveConn_3-4" presStyleLbl="fgAccFollowNode1" presStyleIdx="2" presStyleCnt="4">
        <dgm:presLayoutVars>
          <dgm:bulletEnabled val="1"/>
        </dgm:presLayoutVars>
      </dgm:prSet>
      <dgm:spPr/>
    </dgm:pt>
    <dgm:pt modelId="{AE69F753-D4E3-4262-A62D-CD9B3CFDC25D}" type="pres">
      <dgm:prSet presAssocID="{C980A685-3510-4EEF-B31A-CABD3BF37311}" presName="FiveConn_4-5" presStyleLbl="fgAccFollowNode1" presStyleIdx="3" presStyleCnt="4">
        <dgm:presLayoutVars>
          <dgm:bulletEnabled val="1"/>
        </dgm:presLayoutVars>
      </dgm:prSet>
      <dgm:spPr/>
    </dgm:pt>
    <dgm:pt modelId="{E59CB5EB-7839-4888-8FB8-0F5FC4615A58}" type="pres">
      <dgm:prSet presAssocID="{C980A685-3510-4EEF-B31A-CABD3BF37311}" presName="FiveNodes_1_text" presStyleLbl="node1" presStyleIdx="4" presStyleCnt="5">
        <dgm:presLayoutVars>
          <dgm:bulletEnabled val="1"/>
        </dgm:presLayoutVars>
      </dgm:prSet>
      <dgm:spPr/>
    </dgm:pt>
    <dgm:pt modelId="{E42EA465-B09E-4258-882B-428C88EBDC39}" type="pres">
      <dgm:prSet presAssocID="{C980A685-3510-4EEF-B31A-CABD3BF37311}" presName="FiveNodes_2_text" presStyleLbl="node1" presStyleIdx="4" presStyleCnt="5">
        <dgm:presLayoutVars>
          <dgm:bulletEnabled val="1"/>
        </dgm:presLayoutVars>
      </dgm:prSet>
      <dgm:spPr/>
    </dgm:pt>
    <dgm:pt modelId="{689EECD7-C61D-4FBB-9A65-83F52C3DB8C7}" type="pres">
      <dgm:prSet presAssocID="{C980A685-3510-4EEF-B31A-CABD3BF37311}" presName="FiveNodes_3_text" presStyleLbl="node1" presStyleIdx="4" presStyleCnt="5">
        <dgm:presLayoutVars>
          <dgm:bulletEnabled val="1"/>
        </dgm:presLayoutVars>
      </dgm:prSet>
      <dgm:spPr/>
    </dgm:pt>
    <dgm:pt modelId="{9C644333-EDAF-4E1C-971E-B28E7BDCF5A5}" type="pres">
      <dgm:prSet presAssocID="{C980A685-3510-4EEF-B31A-CABD3BF37311}" presName="FiveNodes_4_text" presStyleLbl="node1" presStyleIdx="4" presStyleCnt="5">
        <dgm:presLayoutVars>
          <dgm:bulletEnabled val="1"/>
        </dgm:presLayoutVars>
      </dgm:prSet>
      <dgm:spPr/>
    </dgm:pt>
    <dgm:pt modelId="{B648CDA6-247B-42E3-AD12-30A023CA32E3}" type="pres">
      <dgm:prSet presAssocID="{C980A685-3510-4EEF-B31A-CABD3BF3731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773B409-F699-437D-87BF-750A0BF4220E}" type="presOf" srcId="{9DE9B459-C5D8-4CA3-B508-C1673EAAE3A7}" destId="{AE5E900C-3156-4BCB-B7A1-D8D53D6B9992}" srcOrd="0" destOrd="0" presId="urn:microsoft.com/office/officeart/2005/8/layout/vProcess5"/>
    <dgm:cxn modelId="{84429834-CA61-47EC-8D6C-9028BCE421CD}" type="presOf" srcId="{293E3A8B-7EC1-4DCF-94F6-D4B3851B4772}" destId="{391ECB79-B0B3-436B-B69B-A5A6124B4EA6}" srcOrd="0" destOrd="0" presId="urn:microsoft.com/office/officeart/2005/8/layout/vProcess5"/>
    <dgm:cxn modelId="{00B7C239-03B0-4954-BDDD-4F910B28DC1C}" type="presOf" srcId="{B2F7D939-5FC8-41AE-A42A-6A38A356C249}" destId="{E59CB5EB-7839-4888-8FB8-0F5FC4615A58}" srcOrd="1" destOrd="0" presId="urn:microsoft.com/office/officeart/2005/8/layout/vProcess5"/>
    <dgm:cxn modelId="{ADBA9C74-E6B7-4749-8411-B32E8498DD33}" srcId="{C980A685-3510-4EEF-B31A-CABD3BF37311}" destId="{B2F7D939-5FC8-41AE-A42A-6A38A356C249}" srcOrd="0" destOrd="0" parTransId="{B4CAE342-EC51-43A9-AB84-F288C3C05F05}" sibTransId="{9DE9B459-C5D8-4CA3-B508-C1673EAAE3A7}"/>
    <dgm:cxn modelId="{9D2D6476-FB9C-4C86-93C1-D205A1616964}" srcId="{C980A685-3510-4EEF-B31A-CABD3BF37311}" destId="{F4D02A64-A32A-48D2-A25A-8B0125AD8304}" srcOrd="2" destOrd="0" parTransId="{90289461-9D79-4FFC-AAA6-3A393A0D08FF}" sibTransId="{E0820CF3-CB46-40F2-B053-07127AACCA68}"/>
    <dgm:cxn modelId="{127CA677-5575-419B-9452-C8450DFD3462}" type="presOf" srcId="{C980A685-3510-4EEF-B31A-CABD3BF37311}" destId="{434A2644-B53D-434D-83DE-EAF5D01998D5}" srcOrd="0" destOrd="0" presId="urn:microsoft.com/office/officeart/2005/8/layout/vProcess5"/>
    <dgm:cxn modelId="{AF400A85-1CA3-469F-97FB-31683E5C9517}" type="presOf" srcId="{DAE316E3-A5F6-452B-BD23-C10CB28C76E7}" destId="{E42EA465-B09E-4258-882B-428C88EBDC39}" srcOrd="1" destOrd="0" presId="urn:microsoft.com/office/officeart/2005/8/layout/vProcess5"/>
    <dgm:cxn modelId="{D0C61C96-350C-40C5-9910-C9ADD33EDFEA}" type="presOf" srcId="{CDAEE946-AB51-44A0-AC35-88F230B786DB}" destId="{B648CDA6-247B-42E3-AD12-30A023CA32E3}" srcOrd="1" destOrd="0" presId="urn:microsoft.com/office/officeart/2005/8/layout/vProcess5"/>
    <dgm:cxn modelId="{01D3EE96-8BAC-478B-8855-7BB38F902775}" srcId="{C980A685-3510-4EEF-B31A-CABD3BF37311}" destId="{DAE316E3-A5F6-452B-BD23-C10CB28C76E7}" srcOrd="1" destOrd="0" parTransId="{DDD605F5-0B91-4188-A6D2-189BA0C87898}" sibTransId="{293E3A8B-7EC1-4DCF-94F6-D4B3851B4772}"/>
    <dgm:cxn modelId="{F90764A1-C638-4294-BD2A-A3261B77EB4F}" type="presOf" srcId="{B2F7D939-5FC8-41AE-A42A-6A38A356C249}" destId="{B2828B8B-160A-4FC9-816E-3A99BF37ABA4}" srcOrd="0" destOrd="0" presId="urn:microsoft.com/office/officeart/2005/8/layout/vProcess5"/>
    <dgm:cxn modelId="{20C70CA4-833E-4571-A9D9-B3241F183FFC}" srcId="{C980A685-3510-4EEF-B31A-CABD3BF37311}" destId="{CDAEE946-AB51-44A0-AC35-88F230B786DB}" srcOrd="4" destOrd="0" parTransId="{FDFBC0F1-F781-47CA-9096-E68371537B4C}" sibTransId="{336674D3-5C06-4D50-BC4E-2E048385A1F6}"/>
    <dgm:cxn modelId="{CE88F9AC-861B-4CAA-8200-A501B169C925}" type="presOf" srcId="{CDAEE946-AB51-44A0-AC35-88F230B786DB}" destId="{B3220AB2-256F-4623-8B46-34132C76ACC0}" srcOrd="0" destOrd="0" presId="urn:microsoft.com/office/officeart/2005/8/layout/vProcess5"/>
    <dgm:cxn modelId="{74DC32B2-B56E-484A-834E-C131E0529B33}" type="presOf" srcId="{DAE316E3-A5F6-452B-BD23-C10CB28C76E7}" destId="{A1997355-D4EA-42CD-9543-658C0B836BDB}" srcOrd="0" destOrd="0" presId="urn:microsoft.com/office/officeart/2005/8/layout/vProcess5"/>
    <dgm:cxn modelId="{47CE65B9-81F8-46E4-A9D7-962C0EB759B0}" type="presOf" srcId="{1CA3E9F6-0953-46D2-9919-D152C14430FE}" destId="{AE69F753-D4E3-4262-A62D-CD9B3CFDC25D}" srcOrd="0" destOrd="0" presId="urn:microsoft.com/office/officeart/2005/8/layout/vProcess5"/>
    <dgm:cxn modelId="{20727ABE-A82C-4926-ADF9-CDAA15ADED26}" type="presOf" srcId="{E0820CF3-CB46-40F2-B053-07127AACCA68}" destId="{62AA69F4-16B4-4BB4-91E5-3C30E704A0CD}" srcOrd="0" destOrd="0" presId="urn:microsoft.com/office/officeart/2005/8/layout/vProcess5"/>
    <dgm:cxn modelId="{CA821DC5-D5FE-410E-8DD9-EC7CA2A879E1}" type="presOf" srcId="{8E8E8563-A44C-46F9-AFB0-487286F19721}" destId="{9C644333-EDAF-4E1C-971E-B28E7BDCF5A5}" srcOrd="1" destOrd="0" presId="urn:microsoft.com/office/officeart/2005/8/layout/vProcess5"/>
    <dgm:cxn modelId="{2F2EEBDE-A73F-4AFF-996B-77D9573F67D5}" type="presOf" srcId="{8E8E8563-A44C-46F9-AFB0-487286F19721}" destId="{542CFA6F-63B0-4527-A7D3-EEF394B53840}" srcOrd="0" destOrd="0" presId="urn:microsoft.com/office/officeart/2005/8/layout/vProcess5"/>
    <dgm:cxn modelId="{4C2A85EC-340B-487B-A0BD-5BCB697913A7}" type="presOf" srcId="{F4D02A64-A32A-48D2-A25A-8B0125AD8304}" destId="{689EECD7-C61D-4FBB-9A65-83F52C3DB8C7}" srcOrd="1" destOrd="0" presId="urn:microsoft.com/office/officeart/2005/8/layout/vProcess5"/>
    <dgm:cxn modelId="{94EFC3EE-61E2-4688-A72F-C19F707BB920}" srcId="{C980A685-3510-4EEF-B31A-CABD3BF37311}" destId="{8E8E8563-A44C-46F9-AFB0-487286F19721}" srcOrd="3" destOrd="0" parTransId="{20764BBC-DAF6-4D50-A153-340A9ADD5251}" sibTransId="{1CA3E9F6-0953-46D2-9919-D152C14430FE}"/>
    <dgm:cxn modelId="{92A4D6FA-A73C-4CD4-8BE4-7540DA3CB0D5}" type="presOf" srcId="{F4D02A64-A32A-48D2-A25A-8B0125AD8304}" destId="{35618E36-0F42-4301-8E8D-519C546C47A9}" srcOrd="0" destOrd="0" presId="urn:microsoft.com/office/officeart/2005/8/layout/vProcess5"/>
    <dgm:cxn modelId="{38936884-8C0B-4E2F-97E0-E6B7D61F847B}" type="presParOf" srcId="{434A2644-B53D-434D-83DE-EAF5D01998D5}" destId="{8FE54303-3968-4206-90FB-3D4D2F7512B1}" srcOrd="0" destOrd="0" presId="urn:microsoft.com/office/officeart/2005/8/layout/vProcess5"/>
    <dgm:cxn modelId="{66651F4B-699B-4CF7-935C-C24C0249EE3A}" type="presParOf" srcId="{434A2644-B53D-434D-83DE-EAF5D01998D5}" destId="{B2828B8B-160A-4FC9-816E-3A99BF37ABA4}" srcOrd="1" destOrd="0" presId="urn:microsoft.com/office/officeart/2005/8/layout/vProcess5"/>
    <dgm:cxn modelId="{B29F2787-CA1C-4607-9ACD-200ACEAC3143}" type="presParOf" srcId="{434A2644-B53D-434D-83DE-EAF5D01998D5}" destId="{A1997355-D4EA-42CD-9543-658C0B836BDB}" srcOrd="2" destOrd="0" presId="urn:microsoft.com/office/officeart/2005/8/layout/vProcess5"/>
    <dgm:cxn modelId="{A58DD9C9-DA19-4C55-A188-7DE8537433F3}" type="presParOf" srcId="{434A2644-B53D-434D-83DE-EAF5D01998D5}" destId="{35618E36-0F42-4301-8E8D-519C546C47A9}" srcOrd="3" destOrd="0" presId="urn:microsoft.com/office/officeart/2005/8/layout/vProcess5"/>
    <dgm:cxn modelId="{D9F5BDEB-382B-46E5-A603-14196A4B5B6A}" type="presParOf" srcId="{434A2644-B53D-434D-83DE-EAF5D01998D5}" destId="{542CFA6F-63B0-4527-A7D3-EEF394B53840}" srcOrd="4" destOrd="0" presId="urn:microsoft.com/office/officeart/2005/8/layout/vProcess5"/>
    <dgm:cxn modelId="{D7CA9E50-B24E-4AEF-8DD3-283375D238C0}" type="presParOf" srcId="{434A2644-B53D-434D-83DE-EAF5D01998D5}" destId="{B3220AB2-256F-4623-8B46-34132C76ACC0}" srcOrd="5" destOrd="0" presId="urn:microsoft.com/office/officeart/2005/8/layout/vProcess5"/>
    <dgm:cxn modelId="{A026492F-E859-414E-8C7A-F7230B5A2F7E}" type="presParOf" srcId="{434A2644-B53D-434D-83DE-EAF5D01998D5}" destId="{AE5E900C-3156-4BCB-B7A1-D8D53D6B9992}" srcOrd="6" destOrd="0" presId="urn:microsoft.com/office/officeart/2005/8/layout/vProcess5"/>
    <dgm:cxn modelId="{41775F13-1C7C-4109-B13E-D4F24BF866CB}" type="presParOf" srcId="{434A2644-B53D-434D-83DE-EAF5D01998D5}" destId="{391ECB79-B0B3-436B-B69B-A5A6124B4EA6}" srcOrd="7" destOrd="0" presId="urn:microsoft.com/office/officeart/2005/8/layout/vProcess5"/>
    <dgm:cxn modelId="{F45C1CCE-F35D-4541-9C52-80B85F7735D4}" type="presParOf" srcId="{434A2644-B53D-434D-83DE-EAF5D01998D5}" destId="{62AA69F4-16B4-4BB4-91E5-3C30E704A0CD}" srcOrd="8" destOrd="0" presId="urn:microsoft.com/office/officeart/2005/8/layout/vProcess5"/>
    <dgm:cxn modelId="{62D44069-E7F2-406E-9109-6EEBB443B60A}" type="presParOf" srcId="{434A2644-B53D-434D-83DE-EAF5D01998D5}" destId="{AE69F753-D4E3-4262-A62D-CD9B3CFDC25D}" srcOrd="9" destOrd="0" presId="urn:microsoft.com/office/officeart/2005/8/layout/vProcess5"/>
    <dgm:cxn modelId="{E757575F-39DF-4885-8D42-983DD0CD172F}" type="presParOf" srcId="{434A2644-B53D-434D-83DE-EAF5D01998D5}" destId="{E59CB5EB-7839-4888-8FB8-0F5FC4615A58}" srcOrd="10" destOrd="0" presId="urn:microsoft.com/office/officeart/2005/8/layout/vProcess5"/>
    <dgm:cxn modelId="{C18303EB-A356-428E-9698-7200FC4D057C}" type="presParOf" srcId="{434A2644-B53D-434D-83DE-EAF5D01998D5}" destId="{E42EA465-B09E-4258-882B-428C88EBDC39}" srcOrd="11" destOrd="0" presId="urn:microsoft.com/office/officeart/2005/8/layout/vProcess5"/>
    <dgm:cxn modelId="{19101C5E-FF57-4AFD-A6AA-267F3C5042C8}" type="presParOf" srcId="{434A2644-B53D-434D-83DE-EAF5D01998D5}" destId="{689EECD7-C61D-4FBB-9A65-83F52C3DB8C7}" srcOrd="12" destOrd="0" presId="urn:microsoft.com/office/officeart/2005/8/layout/vProcess5"/>
    <dgm:cxn modelId="{7C341C74-4D9E-4148-B7C7-1CF9C9801142}" type="presParOf" srcId="{434A2644-B53D-434D-83DE-EAF5D01998D5}" destId="{9C644333-EDAF-4E1C-971E-B28E7BDCF5A5}" srcOrd="13" destOrd="0" presId="urn:microsoft.com/office/officeart/2005/8/layout/vProcess5"/>
    <dgm:cxn modelId="{0BB99A03-3727-4133-8629-73E3F457005A}" type="presParOf" srcId="{434A2644-B53D-434D-83DE-EAF5D01998D5}" destId="{B648CDA6-247B-42E3-AD12-30A023CA32E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56C68-C0DE-475D-A2E8-E54E853D23B5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E505FF-B8CD-4165-981B-5FD89BD0F825}">
      <dgm:prSet/>
      <dgm:spPr/>
      <dgm:t>
        <a:bodyPr/>
        <a:lstStyle/>
        <a:p>
          <a:r>
            <a:rPr lang="en-US"/>
            <a:t>• Responsive Home &amp; Shop Grid layouts built with pure CSS grids and flexbox.</a:t>
          </a:r>
        </a:p>
      </dgm:t>
    </dgm:pt>
    <dgm:pt modelId="{C74FACEA-608B-40F4-AC90-A514FAFD3283}" type="parTrans" cxnId="{8429628D-BC51-4670-B3FF-BAB6102F1EE6}">
      <dgm:prSet/>
      <dgm:spPr/>
      <dgm:t>
        <a:bodyPr/>
        <a:lstStyle/>
        <a:p>
          <a:endParaRPr lang="en-US"/>
        </a:p>
      </dgm:t>
    </dgm:pt>
    <dgm:pt modelId="{7BB35ED6-DDFC-4BE8-9881-51941F51B3C4}" type="sibTrans" cxnId="{8429628D-BC51-4670-B3FF-BAB6102F1EE6}">
      <dgm:prSet/>
      <dgm:spPr/>
      <dgm:t>
        <a:bodyPr/>
        <a:lstStyle/>
        <a:p>
          <a:endParaRPr lang="en-US"/>
        </a:p>
      </dgm:t>
    </dgm:pt>
    <dgm:pt modelId="{DC0F70EB-44FC-43EF-B672-494CF23DE92D}">
      <dgm:prSet/>
      <dgm:spPr/>
      <dgm:t>
        <a:bodyPr/>
        <a:lstStyle/>
        <a:p>
          <a:r>
            <a:rPr lang="en-US"/>
            <a:t>• Implemented complete bilingual translation dictionary mapping static text and product attributes.</a:t>
          </a:r>
        </a:p>
      </dgm:t>
    </dgm:pt>
    <dgm:pt modelId="{AAE73AED-32CA-4AC5-BA1B-9D8E4E75DF86}" type="parTrans" cxnId="{DD794187-4A46-47BF-BF9A-D828888F2BCE}">
      <dgm:prSet/>
      <dgm:spPr/>
      <dgm:t>
        <a:bodyPr/>
        <a:lstStyle/>
        <a:p>
          <a:endParaRPr lang="en-US"/>
        </a:p>
      </dgm:t>
    </dgm:pt>
    <dgm:pt modelId="{033D63D5-A3D4-4C88-B548-7383DA471339}" type="sibTrans" cxnId="{DD794187-4A46-47BF-BF9A-D828888F2BCE}">
      <dgm:prSet/>
      <dgm:spPr/>
      <dgm:t>
        <a:bodyPr/>
        <a:lstStyle/>
        <a:p>
          <a:endParaRPr lang="en-US"/>
        </a:p>
      </dgm:t>
    </dgm:pt>
    <dgm:pt modelId="{BBA17C12-DA19-44B1-B112-3F6E3B0B1D04}">
      <dgm:prSet/>
      <dgm:spPr/>
      <dgm:t>
        <a:bodyPr/>
        <a:lstStyle/>
        <a:p>
          <a:r>
            <a:rPr lang="en-US"/>
            <a:t>• Set up Supabase tables (Farmers, Consumers, Products, Orders) with primary/foreign key relations.</a:t>
          </a:r>
        </a:p>
      </dgm:t>
    </dgm:pt>
    <dgm:pt modelId="{62E752C2-36E6-4580-96A4-65AA7259FCCE}" type="parTrans" cxnId="{D571CC6F-D998-44D3-B2D1-BBA865C5C8DE}">
      <dgm:prSet/>
      <dgm:spPr/>
      <dgm:t>
        <a:bodyPr/>
        <a:lstStyle/>
        <a:p>
          <a:endParaRPr lang="en-US"/>
        </a:p>
      </dgm:t>
    </dgm:pt>
    <dgm:pt modelId="{8EA4806A-D8CE-471B-A9FC-3499EBF8C4A9}" type="sibTrans" cxnId="{D571CC6F-D998-44D3-B2D1-BBA865C5C8DE}">
      <dgm:prSet/>
      <dgm:spPr/>
      <dgm:t>
        <a:bodyPr/>
        <a:lstStyle/>
        <a:p>
          <a:endParaRPr lang="en-US"/>
        </a:p>
      </dgm:t>
    </dgm:pt>
    <dgm:pt modelId="{928EF7DA-8E65-4ED0-AF5D-0E08230DFECD}">
      <dgm:prSet/>
      <dgm:spPr/>
      <dgm:t>
        <a:bodyPr/>
        <a:lstStyle/>
        <a:p>
          <a:r>
            <a:rPr lang="en-US"/>
            <a:t>• Integrated QRServer API to render traceable crop codes dynamically based on harvest batch IDs.</a:t>
          </a:r>
        </a:p>
      </dgm:t>
    </dgm:pt>
    <dgm:pt modelId="{326CED0E-3623-46B4-8DE2-44841615B5AC}" type="parTrans" cxnId="{F9A4906C-91D1-4F11-AD32-0195DA541A65}">
      <dgm:prSet/>
      <dgm:spPr/>
      <dgm:t>
        <a:bodyPr/>
        <a:lstStyle/>
        <a:p>
          <a:endParaRPr lang="en-US"/>
        </a:p>
      </dgm:t>
    </dgm:pt>
    <dgm:pt modelId="{846E2355-9022-4D84-8FA9-9496BEB7B588}" type="sibTrans" cxnId="{F9A4906C-91D1-4F11-AD32-0195DA541A65}">
      <dgm:prSet/>
      <dgm:spPr/>
      <dgm:t>
        <a:bodyPr/>
        <a:lstStyle/>
        <a:p>
          <a:endParaRPr lang="en-US"/>
        </a:p>
      </dgm:t>
    </dgm:pt>
    <dgm:pt modelId="{6716EA80-30C7-49C7-906B-0934C07F993E}">
      <dgm:prSet/>
      <dgm:spPr/>
      <dgm:t>
        <a:bodyPr/>
        <a:lstStyle/>
        <a:p>
          <a:r>
            <a:rPr lang="en-US"/>
            <a:t>• Designed checkout validations preventing foreign key errors and order mismatches.</a:t>
          </a:r>
        </a:p>
      </dgm:t>
    </dgm:pt>
    <dgm:pt modelId="{4AA28C4D-8E08-4987-8D9A-435C35AD1C24}" type="parTrans" cxnId="{5E19F9A5-C513-4488-8D69-8621543F8835}">
      <dgm:prSet/>
      <dgm:spPr/>
      <dgm:t>
        <a:bodyPr/>
        <a:lstStyle/>
        <a:p>
          <a:endParaRPr lang="en-US"/>
        </a:p>
      </dgm:t>
    </dgm:pt>
    <dgm:pt modelId="{CED79A0E-07F8-4678-8EF4-B7EB12CB289F}" type="sibTrans" cxnId="{5E19F9A5-C513-4488-8D69-8621543F8835}">
      <dgm:prSet/>
      <dgm:spPr/>
      <dgm:t>
        <a:bodyPr/>
        <a:lstStyle/>
        <a:p>
          <a:endParaRPr lang="en-US"/>
        </a:p>
      </dgm:t>
    </dgm:pt>
    <dgm:pt modelId="{E3E2BE84-345D-42DB-BB02-2B69A34E15B3}" type="pres">
      <dgm:prSet presAssocID="{43A56C68-C0DE-475D-A2E8-E54E853D23B5}" presName="diagram" presStyleCnt="0">
        <dgm:presLayoutVars>
          <dgm:dir/>
          <dgm:resizeHandles val="exact"/>
        </dgm:presLayoutVars>
      </dgm:prSet>
      <dgm:spPr/>
    </dgm:pt>
    <dgm:pt modelId="{DA3AF809-F66F-40D3-AAF7-B844AA81E262}" type="pres">
      <dgm:prSet presAssocID="{F0E505FF-B8CD-4165-981B-5FD89BD0F825}" presName="node" presStyleLbl="node1" presStyleIdx="0" presStyleCnt="5">
        <dgm:presLayoutVars>
          <dgm:bulletEnabled val="1"/>
        </dgm:presLayoutVars>
      </dgm:prSet>
      <dgm:spPr/>
    </dgm:pt>
    <dgm:pt modelId="{9B925F03-EADA-4767-8A53-500B4C22AE6C}" type="pres">
      <dgm:prSet presAssocID="{7BB35ED6-DDFC-4BE8-9881-51941F51B3C4}" presName="sibTrans" presStyleLbl="sibTrans2D1" presStyleIdx="0" presStyleCnt="4"/>
      <dgm:spPr/>
    </dgm:pt>
    <dgm:pt modelId="{132EDFCA-9CD0-4A6A-B6B2-4D4342BC774F}" type="pres">
      <dgm:prSet presAssocID="{7BB35ED6-DDFC-4BE8-9881-51941F51B3C4}" presName="connectorText" presStyleLbl="sibTrans2D1" presStyleIdx="0" presStyleCnt="4"/>
      <dgm:spPr/>
    </dgm:pt>
    <dgm:pt modelId="{20FE92E2-EDAA-45B7-BBF6-B69A0CFD33F1}" type="pres">
      <dgm:prSet presAssocID="{DC0F70EB-44FC-43EF-B672-494CF23DE92D}" presName="node" presStyleLbl="node1" presStyleIdx="1" presStyleCnt="5">
        <dgm:presLayoutVars>
          <dgm:bulletEnabled val="1"/>
        </dgm:presLayoutVars>
      </dgm:prSet>
      <dgm:spPr/>
    </dgm:pt>
    <dgm:pt modelId="{2F63E3C9-BE87-41F8-97FF-AF065C42BBC5}" type="pres">
      <dgm:prSet presAssocID="{033D63D5-A3D4-4C88-B548-7383DA471339}" presName="sibTrans" presStyleLbl="sibTrans2D1" presStyleIdx="1" presStyleCnt="4"/>
      <dgm:spPr/>
    </dgm:pt>
    <dgm:pt modelId="{9D0A14DC-D17A-4126-BF09-F3A491619C7C}" type="pres">
      <dgm:prSet presAssocID="{033D63D5-A3D4-4C88-B548-7383DA471339}" presName="connectorText" presStyleLbl="sibTrans2D1" presStyleIdx="1" presStyleCnt="4"/>
      <dgm:spPr/>
    </dgm:pt>
    <dgm:pt modelId="{6E33A0C1-38BD-4238-8FF4-12F24214BD43}" type="pres">
      <dgm:prSet presAssocID="{BBA17C12-DA19-44B1-B112-3F6E3B0B1D04}" presName="node" presStyleLbl="node1" presStyleIdx="2" presStyleCnt="5">
        <dgm:presLayoutVars>
          <dgm:bulletEnabled val="1"/>
        </dgm:presLayoutVars>
      </dgm:prSet>
      <dgm:spPr/>
    </dgm:pt>
    <dgm:pt modelId="{395A2CF8-087A-446E-8D68-82E2E29FD002}" type="pres">
      <dgm:prSet presAssocID="{8EA4806A-D8CE-471B-A9FC-3499EBF8C4A9}" presName="sibTrans" presStyleLbl="sibTrans2D1" presStyleIdx="2" presStyleCnt="4"/>
      <dgm:spPr/>
    </dgm:pt>
    <dgm:pt modelId="{F47F2149-19B1-4266-B29B-876D73ECAA22}" type="pres">
      <dgm:prSet presAssocID="{8EA4806A-D8CE-471B-A9FC-3499EBF8C4A9}" presName="connectorText" presStyleLbl="sibTrans2D1" presStyleIdx="2" presStyleCnt="4"/>
      <dgm:spPr/>
    </dgm:pt>
    <dgm:pt modelId="{52070D2B-EAA7-47E0-8059-95460E663A3E}" type="pres">
      <dgm:prSet presAssocID="{928EF7DA-8E65-4ED0-AF5D-0E08230DFECD}" presName="node" presStyleLbl="node1" presStyleIdx="3" presStyleCnt="5">
        <dgm:presLayoutVars>
          <dgm:bulletEnabled val="1"/>
        </dgm:presLayoutVars>
      </dgm:prSet>
      <dgm:spPr/>
    </dgm:pt>
    <dgm:pt modelId="{956D530D-B336-4242-8369-C30CAF882B47}" type="pres">
      <dgm:prSet presAssocID="{846E2355-9022-4D84-8FA9-9496BEB7B588}" presName="sibTrans" presStyleLbl="sibTrans2D1" presStyleIdx="3" presStyleCnt="4"/>
      <dgm:spPr/>
    </dgm:pt>
    <dgm:pt modelId="{481D46D6-5609-47F4-A827-3B84C57E3631}" type="pres">
      <dgm:prSet presAssocID="{846E2355-9022-4D84-8FA9-9496BEB7B588}" presName="connectorText" presStyleLbl="sibTrans2D1" presStyleIdx="3" presStyleCnt="4"/>
      <dgm:spPr/>
    </dgm:pt>
    <dgm:pt modelId="{2A8FC7D3-E31C-4A18-A2F4-71554B7005FB}" type="pres">
      <dgm:prSet presAssocID="{6716EA80-30C7-49C7-906B-0934C07F993E}" presName="node" presStyleLbl="node1" presStyleIdx="4" presStyleCnt="5">
        <dgm:presLayoutVars>
          <dgm:bulletEnabled val="1"/>
        </dgm:presLayoutVars>
      </dgm:prSet>
      <dgm:spPr/>
    </dgm:pt>
  </dgm:ptLst>
  <dgm:cxnLst>
    <dgm:cxn modelId="{8A176D07-1144-46B8-AB87-A28976066EC8}" type="presOf" srcId="{033D63D5-A3D4-4C88-B548-7383DA471339}" destId="{9D0A14DC-D17A-4126-BF09-F3A491619C7C}" srcOrd="1" destOrd="0" presId="urn:microsoft.com/office/officeart/2005/8/layout/process5"/>
    <dgm:cxn modelId="{A4578D30-B767-42BD-B146-E6B65F26EF98}" type="presOf" srcId="{F0E505FF-B8CD-4165-981B-5FD89BD0F825}" destId="{DA3AF809-F66F-40D3-AAF7-B844AA81E262}" srcOrd="0" destOrd="0" presId="urn:microsoft.com/office/officeart/2005/8/layout/process5"/>
    <dgm:cxn modelId="{CF0B4634-C2D0-49FE-AE97-25CF43D6B9AC}" type="presOf" srcId="{7BB35ED6-DDFC-4BE8-9881-51941F51B3C4}" destId="{9B925F03-EADA-4767-8A53-500B4C22AE6C}" srcOrd="0" destOrd="0" presId="urn:microsoft.com/office/officeart/2005/8/layout/process5"/>
    <dgm:cxn modelId="{07C0D437-33BB-4A13-B582-10D687850117}" type="presOf" srcId="{6716EA80-30C7-49C7-906B-0934C07F993E}" destId="{2A8FC7D3-E31C-4A18-A2F4-71554B7005FB}" srcOrd="0" destOrd="0" presId="urn:microsoft.com/office/officeart/2005/8/layout/process5"/>
    <dgm:cxn modelId="{0035C43E-EDC9-4188-B354-9C5F5111F1E6}" type="presOf" srcId="{8EA4806A-D8CE-471B-A9FC-3499EBF8C4A9}" destId="{395A2CF8-087A-446E-8D68-82E2E29FD002}" srcOrd="0" destOrd="0" presId="urn:microsoft.com/office/officeart/2005/8/layout/process5"/>
    <dgm:cxn modelId="{F9A4906C-91D1-4F11-AD32-0195DA541A65}" srcId="{43A56C68-C0DE-475D-A2E8-E54E853D23B5}" destId="{928EF7DA-8E65-4ED0-AF5D-0E08230DFECD}" srcOrd="3" destOrd="0" parTransId="{326CED0E-3623-46B4-8DE2-44841615B5AC}" sibTransId="{846E2355-9022-4D84-8FA9-9496BEB7B588}"/>
    <dgm:cxn modelId="{D571CC6F-D998-44D3-B2D1-BBA865C5C8DE}" srcId="{43A56C68-C0DE-475D-A2E8-E54E853D23B5}" destId="{BBA17C12-DA19-44B1-B112-3F6E3B0B1D04}" srcOrd="2" destOrd="0" parTransId="{62E752C2-36E6-4580-96A4-65AA7259FCCE}" sibTransId="{8EA4806A-D8CE-471B-A9FC-3499EBF8C4A9}"/>
    <dgm:cxn modelId="{34F71E7E-3536-46DC-83FF-CFF3C6FFF5D8}" type="presOf" srcId="{846E2355-9022-4D84-8FA9-9496BEB7B588}" destId="{481D46D6-5609-47F4-A827-3B84C57E3631}" srcOrd="1" destOrd="0" presId="urn:microsoft.com/office/officeart/2005/8/layout/process5"/>
    <dgm:cxn modelId="{DD794187-4A46-47BF-BF9A-D828888F2BCE}" srcId="{43A56C68-C0DE-475D-A2E8-E54E853D23B5}" destId="{DC0F70EB-44FC-43EF-B672-494CF23DE92D}" srcOrd="1" destOrd="0" parTransId="{AAE73AED-32CA-4AC5-BA1B-9D8E4E75DF86}" sibTransId="{033D63D5-A3D4-4C88-B548-7383DA471339}"/>
    <dgm:cxn modelId="{8429628D-BC51-4670-B3FF-BAB6102F1EE6}" srcId="{43A56C68-C0DE-475D-A2E8-E54E853D23B5}" destId="{F0E505FF-B8CD-4165-981B-5FD89BD0F825}" srcOrd="0" destOrd="0" parTransId="{C74FACEA-608B-40F4-AC90-A514FAFD3283}" sibTransId="{7BB35ED6-DDFC-4BE8-9881-51941F51B3C4}"/>
    <dgm:cxn modelId="{12488B95-A2B5-4FAF-B25F-1F495961BB17}" type="presOf" srcId="{033D63D5-A3D4-4C88-B548-7383DA471339}" destId="{2F63E3C9-BE87-41F8-97FF-AF065C42BBC5}" srcOrd="0" destOrd="0" presId="urn:microsoft.com/office/officeart/2005/8/layout/process5"/>
    <dgm:cxn modelId="{7142D695-F371-4F40-A938-CEA0A541A5DF}" type="presOf" srcId="{DC0F70EB-44FC-43EF-B672-494CF23DE92D}" destId="{20FE92E2-EDAA-45B7-BBF6-B69A0CFD33F1}" srcOrd="0" destOrd="0" presId="urn:microsoft.com/office/officeart/2005/8/layout/process5"/>
    <dgm:cxn modelId="{5E19F9A5-C513-4488-8D69-8621543F8835}" srcId="{43A56C68-C0DE-475D-A2E8-E54E853D23B5}" destId="{6716EA80-30C7-49C7-906B-0934C07F993E}" srcOrd="4" destOrd="0" parTransId="{4AA28C4D-8E08-4987-8D9A-435C35AD1C24}" sibTransId="{CED79A0E-07F8-4678-8EF4-B7EB12CB289F}"/>
    <dgm:cxn modelId="{D6E143A9-4B20-490C-87A5-3BE5E6A0076B}" type="presOf" srcId="{BBA17C12-DA19-44B1-B112-3F6E3B0B1D04}" destId="{6E33A0C1-38BD-4238-8FF4-12F24214BD43}" srcOrd="0" destOrd="0" presId="urn:microsoft.com/office/officeart/2005/8/layout/process5"/>
    <dgm:cxn modelId="{CBBB69CD-D3C2-4B25-8046-023E0234B2D4}" type="presOf" srcId="{928EF7DA-8E65-4ED0-AF5D-0E08230DFECD}" destId="{52070D2B-EAA7-47E0-8059-95460E663A3E}" srcOrd="0" destOrd="0" presId="urn:microsoft.com/office/officeart/2005/8/layout/process5"/>
    <dgm:cxn modelId="{F7C859EC-0F20-462A-9C02-454558C69AF7}" type="presOf" srcId="{8EA4806A-D8CE-471B-A9FC-3499EBF8C4A9}" destId="{F47F2149-19B1-4266-B29B-876D73ECAA22}" srcOrd="1" destOrd="0" presId="urn:microsoft.com/office/officeart/2005/8/layout/process5"/>
    <dgm:cxn modelId="{41BB07EF-2976-4BB0-ADCF-64079B2A968E}" type="presOf" srcId="{7BB35ED6-DDFC-4BE8-9881-51941F51B3C4}" destId="{132EDFCA-9CD0-4A6A-B6B2-4D4342BC774F}" srcOrd="1" destOrd="0" presId="urn:microsoft.com/office/officeart/2005/8/layout/process5"/>
    <dgm:cxn modelId="{84626EF5-1B1C-4B93-AE8B-CDF416E18A49}" type="presOf" srcId="{43A56C68-C0DE-475D-A2E8-E54E853D23B5}" destId="{E3E2BE84-345D-42DB-BB02-2B69A34E15B3}" srcOrd="0" destOrd="0" presId="urn:microsoft.com/office/officeart/2005/8/layout/process5"/>
    <dgm:cxn modelId="{55AF13FE-981E-43B4-B4DA-8D5E1DD0E86C}" type="presOf" srcId="{846E2355-9022-4D84-8FA9-9496BEB7B588}" destId="{956D530D-B336-4242-8369-C30CAF882B47}" srcOrd="0" destOrd="0" presId="urn:microsoft.com/office/officeart/2005/8/layout/process5"/>
    <dgm:cxn modelId="{8C317FC6-6405-42FC-84BE-11769F6B51D9}" type="presParOf" srcId="{E3E2BE84-345D-42DB-BB02-2B69A34E15B3}" destId="{DA3AF809-F66F-40D3-AAF7-B844AA81E262}" srcOrd="0" destOrd="0" presId="urn:microsoft.com/office/officeart/2005/8/layout/process5"/>
    <dgm:cxn modelId="{FEF5EDD1-EF55-468A-B1A8-EAD1F130A409}" type="presParOf" srcId="{E3E2BE84-345D-42DB-BB02-2B69A34E15B3}" destId="{9B925F03-EADA-4767-8A53-500B4C22AE6C}" srcOrd="1" destOrd="0" presId="urn:microsoft.com/office/officeart/2005/8/layout/process5"/>
    <dgm:cxn modelId="{8013C5A3-4974-4FED-903B-3A297A906B43}" type="presParOf" srcId="{9B925F03-EADA-4767-8A53-500B4C22AE6C}" destId="{132EDFCA-9CD0-4A6A-B6B2-4D4342BC774F}" srcOrd="0" destOrd="0" presId="urn:microsoft.com/office/officeart/2005/8/layout/process5"/>
    <dgm:cxn modelId="{AEB53424-92F3-4F89-A082-6366766253D2}" type="presParOf" srcId="{E3E2BE84-345D-42DB-BB02-2B69A34E15B3}" destId="{20FE92E2-EDAA-45B7-BBF6-B69A0CFD33F1}" srcOrd="2" destOrd="0" presId="urn:microsoft.com/office/officeart/2005/8/layout/process5"/>
    <dgm:cxn modelId="{60BD87DF-ADE4-485E-9A54-8ECEB7348D6D}" type="presParOf" srcId="{E3E2BE84-345D-42DB-BB02-2B69A34E15B3}" destId="{2F63E3C9-BE87-41F8-97FF-AF065C42BBC5}" srcOrd="3" destOrd="0" presId="urn:microsoft.com/office/officeart/2005/8/layout/process5"/>
    <dgm:cxn modelId="{4BF811B5-B56E-475A-BF3F-ABF4198008A2}" type="presParOf" srcId="{2F63E3C9-BE87-41F8-97FF-AF065C42BBC5}" destId="{9D0A14DC-D17A-4126-BF09-F3A491619C7C}" srcOrd="0" destOrd="0" presId="urn:microsoft.com/office/officeart/2005/8/layout/process5"/>
    <dgm:cxn modelId="{C22FC60B-F45D-4E86-A368-C2C2CD05DCFA}" type="presParOf" srcId="{E3E2BE84-345D-42DB-BB02-2B69A34E15B3}" destId="{6E33A0C1-38BD-4238-8FF4-12F24214BD43}" srcOrd="4" destOrd="0" presId="urn:microsoft.com/office/officeart/2005/8/layout/process5"/>
    <dgm:cxn modelId="{31491623-BB8B-4C80-8F1F-7F8595DD7C36}" type="presParOf" srcId="{E3E2BE84-345D-42DB-BB02-2B69A34E15B3}" destId="{395A2CF8-087A-446E-8D68-82E2E29FD002}" srcOrd="5" destOrd="0" presId="urn:microsoft.com/office/officeart/2005/8/layout/process5"/>
    <dgm:cxn modelId="{4352191E-14E7-424F-84C0-F76CD3B549FE}" type="presParOf" srcId="{395A2CF8-087A-446E-8D68-82E2E29FD002}" destId="{F47F2149-19B1-4266-B29B-876D73ECAA22}" srcOrd="0" destOrd="0" presId="urn:microsoft.com/office/officeart/2005/8/layout/process5"/>
    <dgm:cxn modelId="{EBCD0913-1382-460C-B7BF-AA749C0F317F}" type="presParOf" srcId="{E3E2BE84-345D-42DB-BB02-2B69A34E15B3}" destId="{52070D2B-EAA7-47E0-8059-95460E663A3E}" srcOrd="6" destOrd="0" presId="urn:microsoft.com/office/officeart/2005/8/layout/process5"/>
    <dgm:cxn modelId="{500D304A-C8EA-420B-B510-9E7A69A7482E}" type="presParOf" srcId="{E3E2BE84-345D-42DB-BB02-2B69A34E15B3}" destId="{956D530D-B336-4242-8369-C30CAF882B47}" srcOrd="7" destOrd="0" presId="urn:microsoft.com/office/officeart/2005/8/layout/process5"/>
    <dgm:cxn modelId="{9D6C67DF-686F-46C5-9001-0C4ADB15C1DA}" type="presParOf" srcId="{956D530D-B336-4242-8369-C30CAF882B47}" destId="{481D46D6-5609-47F4-A827-3B84C57E3631}" srcOrd="0" destOrd="0" presId="urn:microsoft.com/office/officeart/2005/8/layout/process5"/>
    <dgm:cxn modelId="{2DFE9359-7091-4E7E-8129-E16219B92D46}" type="presParOf" srcId="{E3E2BE84-345D-42DB-BB02-2B69A34E15B3}" destId="{2A8FC7D3-E31C-4A18-A2F4-71554B7005FB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484547-7A83-4E02-B316-4D4894E21D2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6963574-28DF-4D02-8290-79AE44EB391A}">
      <dgm:prSet/>
      <dgm:spPr/>
      <dgm:t>
        <a:bodyPr/>
        <a:lstStyle/>
        <a:p>
          <a:r>
            <a:rPr lang="en-US"/>
            <a:t>• Farmers Table: farmer_id (PK), name, farm_name, contact_number, location, products.</a:t>
          </a:r>
        </a:p>
      </dgm:t>
    </dgm:pt>
    <dgm:pt modelId="{D3A9166D-8EB8-47BF-B9B4-53E470DFE89C}" type="parTrans" cxnId="{B1940BBE-019E-4A87-AA35-7D877992C021}">
      <dgm:prSet/>
      <dgm:spPr/>
      <dgm:t>
        <a:bodyPr/>
        <a:lstStyle/>
        <a:p>
          <a:endParaRPr lang="en-US"/>
        </a:p>
      </dgm:t>
    </dgm:pt>
    <dgm:pt modelId="{731DAAD0-4B4E-47E0-8A3C-1C9FC307FBE2}" type="sibTrans" cxnId="{B1940BBE-019E-4A87-AA35-7D877992C02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B5A3B35-193C-4E7F-B7C6-1B3B0C7465CF}">
      <dgm:prSet/>
      <dgm:spPr/>
      <dgm:t>
        <a:bodyPr/>
        <a:lstStyle/>
        <a:p>
          <a:r>
            <a:rPr lang="en-US"/>
            <a:t>• Consumers Table: consumer_id (PK), name, email, contact_number, Address.</a:t>
          </a:r>
        </a:p>
      </dgm:t>
    </dgm:pt>
    <dgm:pt modelId="{4273539D-DBC3-4E08-B88C-C646ACEB3F30}" type="parTrans" cxnId="{A746B826-8205-44CC-AB73-89280B6D7ECE}">
      <dgm:prSet/>
      <dgm:spPr/>
      <dgm:t>
        <a:bodyPr/>
        <a:lstStyle/>
        <a:p>
          <a:endParaRPr lang="en-US"/>
        </a:p>
      </dgm:t>
    </dgm:pt>
    <dgm:pt modelId="{E58F6A1D-F4D7-45E3-B9BB-AF38C029D320}" type="sibTrans" cxnId="{A746B826-8205-44CC-AB73-89280B6D7EC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720D4DC-FDF3-43B9-BD2B-FA66FCCA09CF}">
      <dgm:prSet/>
      <dgm:spPr/>
      <dgm:t>
        <a:bodyPr/>
        <a:lstStyle/>
        <a:p>
          <a:r>
            <a:rPr lang="en-US"/>
            <a:t>• Products Table: product_id (PK), product_name, category, price, quantity, farmer_id (FK), description, harvest_date, image_url.</a:t>
          </a:r>
        </a:p>
      </dgm:t>
    </dgm:pt>
    <dgm:pt modelId="{0B368024-F767-4053-BE4D-BD250FFF37BB}" type="parTrans" cxnId="{1208B0BD-DA70-4D11-BBFC-D5711F2C145A}">
      <dgm:prSet/>
      <dgm:spPr/>
      <dgm:t>
        <a:bodyPr/>
        <a:lstStyle/>
        <a:p>
          <a:endParaRPr lang="en-US"/>
        </a:p>
      </dgm:t>
    </dgm:pt>
    <dgm:pt modelId="{E6D7FCA1-C032-4E18-A21C-E7F3D65598AD}" type="sibTrans" cxnId="{1208B0BD-DA70-4D11-BBFC-D5711F2C145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50C0A00-96F9-43A9-A527-DEED37135F01}">
      <dgm:prSet/>
      <dgm:spPr/>
      <dgm:t>
        <a:bodyPr/>
        <a:lstStyle/>
        <a:p>
          <a:r>
            <a:rPr lang="en-US"/>
            <a:t>• Orders Table: order_id (PK), customer_id (FK), product_id (FK), quantity, total_price, order_status.</a:t>
          </a:r>
        </a:p>
      </dgm:t>
    </dgm:pt>
    <dgm:pt modelId="{51E7B7AF-133B-42A3-8E71-693D06464C27}" type="parTrans" cxnId="{6C04230B-24F3-4F72-9FFD-16758DFAB315}">
      <dgm:prSet/>
      <dgm:spPr/>
      <dgm:t>
        <a:bodyPr/>
        <a:lstStyle/>
        <a:p>
          <a:endParaRPr lang="en-US"/>
        </a:p>
      </dgm:t>
    </dgm:pt>
    <dgm:pt modelId="{9B6178FF-2FF3-42E4-A1E4-BE1DC65FAB02}" type="sibTrans" cxnId="{6C04230B-24F3-4F72-9FFD-16758DFAB31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4D80B94-BB00-4928-9BD4-CE48ABC3FB30}">
      <dgm:prSet/>
      <dgm:spPr/>
      <dgm:t>
        <a:bodyPr/>
        <a:lstStyle/>
        <a:p>
          <a:r>
            <a:rPr lang="en-US"/>
            <a:t>• Structural Cardinality: 1 Farmer lists N Products (1:N); 1 Consumer places N Orders (1:N).</a:t>
          </a:r>
        </a:p>
      </dgm:t>
    </dgm:pt>
    <dgm:pt modelId="{F258E68C-C678-4F4B-B87B-560B5304AA33}" type="parTrans" cxnId="{7083BDAB-79A1-40BA-BFBC-0E99C4600C60}">
      <dgm:prSet/>
      <dgm:spPr/>
      <dgm:t>
        <a:bodyPr/>
        <a:lstStyle/>
        <a:p>
          <a:endParaRPr lang="en-US"/>
        </a:p>
      </dgm:t>
    </dgm:pt>
    <dgm:pt modelId="{B3991009-CEB7-47F3-B378-94FC200852D7}" type="sibTrans" cxnId="{7083BDAB-79A1-40BA-BFBC-0E99C4600C6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05DBD40F-FEDE-4B87-AF9C-D33F514C6E63}" type="pres">
      <dgm:prSet presAssocID="{DE484547-7A83-4E02-B316-4D4894E21D26}" presName="Name0" presStyleCnt="0">
        <dgm:presLayoutVars>
          <dgm:animLvl val="lvl"/>
          <dgm:resizeHandles val="exact"/>
        </dgm:presLayoutVars>
      </dgm:prSet>
      <dgm:spPr/>
    </dgm:pt>
    <dgm:pt modelId="{212CB962-6AD8-4920-827C-CF0815AD2445}" type="pres">
      <dgm:prSet presAssocID="{66963574-28DF-4D02-8290-79AE44EB391A}" presName="compositeNode" presStyleCnt="0">
        <dgm:presLayoutVars>
          <dgm:bulletEnabled val="1"/>
        </dgm:presLayoutVars>
      </dgm:prSet>
      <dgm:spPr/>
    </dgm:pt>
    <dgm:pt modelId="{F651B1A1-F75D-4F16-BB62-0979C83E333A}" type="pres">
      <dgm:prSet presAssocID="{66963574-28DF-4D02-8290-79AE44EB391A}" presName="bgRect" presStyleLbl="bgAccFollowNode1" presStyleIdx="0" presStyleCnt="5"/>
      <dgm:spPr/>
    </dgm:pt>
    <dgm:pt modelId="{ACF7A27D-E105-4231-9A96-C7671CC5B5F6}" type="pres">
      <dgm:prSet presAssocID="{731DAAD0-4B4E-47E0-8A3C-1C9FC307FBE2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B07544F1-AF01-43C2-AF8A-51192B18671B}" type="pres">
      <dgm:prSet presAssocID="{66963574-28DF-4D02-8290-79AE44EB391A}" presName="bottomLine" presStyleLbl="alignNode1" presStyleIdx="1" presStyleCnt="10">
        <dgm:presLayoutVars/>
      </dgm:prSet>
      <dgm:spPr/>
    </dgm:pt>
    <dgm:pt modelId="{B336B270-D30D-4F36-9E6D-D372C00F1FC7}" type="pres">
      <dgm:prSet presAssocID="{66963574-28DF-4D02-8290-79AE44EB391A}" presName="nodeText" presStyleLbl="bgAccFollowNode1" presStyleIdx="0" presStyleCnt="5">
        <dgm:presLayoutVars>
          <dgm:bulletEnabled val="1"/>
        </dgm:presLayoutVars>
      </dgm:prSet>
      <dgm:spPr/>
    </dgm:pt>
    <dgm:pt modelId="{F67DD8D0-CD9E-4ED2-8D11-385FD863A0E4}" type="pres">
      <dgm:prSet presAssocID="{731DAAD0-4B4E-47E0-8A3C-1C9FC307FBE2}" presName="sibTrans" presStyleCnt="0"/>
      <dgm:spPr/>
    </dgm:pt>
    <dgm:pt modelId="{AD5483F0-B9F4-471E-9598-2A191F3D2253}" type="pres">
      <dgm:prSet presAssocID="{DB5A3B35-193C-4E7F-B7C6-1B3B0C7465CF}" presName="compositeNode" presStyleCnt="0">
        <dgm:presLayoutVars>
          <dgm:bulletEnabled val="1"/>
        </dgm:presLayoutVars>
      </dgm:prSet>
      <dgm:spPr/>
    </dgm:pt>
    <dgm:pt modelId="{9176C0F9-A02A-4462-A37F-EDF08349407C}" type="pres">
      <dgm:prSet presAssocID="{DB5A3B35-193C-4E7F-B7C6-1B3B0C7465CF}" presName="bgRect" presStyleLbl="bgAccFollowNode1" presStyleIdx="1" presStyleCnt="5"/>
      <dgm:spPr/>
    </dgm:pt>
    <dgm:pt modelId="{96EF01BF-6CD2-4739-95C7-C326786AA9AA}" type="pres">
      <dgm:prSet presAssocID="{E58F6A1D-F4D7-45E3-B9BB-AF38C029D320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8F90FAB6-9C3E-4550-8A95-F4F8ACE2CA6C}" type="pres">
      <dgm:prSet presAssocID="{DB5A3B35-193C-4E7F-B7C6-1B3B0C7465CF}" presName="bottomLine" presStyleLbl="alignNode1" presStyleIdx="3" presStyleCnt="10">
        <dgm:presLayoutVars/>
      </dgm:prSet>
      <dgm:spPr/>
    </dgm:pt>
    <dgm:pt modelId="{F68C2564-B1F4-4310-B8C4-7FEAC3384703}" type="pres">
      <dgm:prSet presAssocID="{DB5A3B35-193C-4E7F-B7C6-1B3B0C7465CF}" presName="nodeText" presStyleLbl="bgAccFollowNode1" presStyleIdx="1" presStyleCnt="5">
        <dgm:presLayoutVars>
          <dgm:bulletEnabled val="1"/>
        </dgm:presLayoutVars>
      </dgm:prSet>
      <dgm:spPr/>
    </dgm:pt>
    <dgm:pt modelId="{1549A8FB-EEE4-4402-8A7E-FC95148BAD5C}" type="pres">
      <dgm:prSet presAssocID="{E58F6A1D-F4D7-45E3-B9BB-AF38C029D320}" presName="sibTrans" presStyleCnt="0"/>
      <dgm:spPr/>
    </dgm:pt>
    <dgm:pt modelId="{7EE370EA-1372-4243-8F9F-D3B7D5447542}" type="pres">
      <dgm:prSet presAssocID="{7720D4DC-FDF3-43B9-BD2B-FA66FCCA09CF}" presName="compositeNode" presStyleCnt="0">
        <dgm:presLayoutVars>
          <dgm:bulletEnabled val="1"/>
        </dgm:presLayoutVars>
      </dgm:prSet>
      <dgm:spPr/>
    </dgm:pt>
    <dgm:pt modelId="{33ED7C30-C04D-4068-B163-3F3BEA60CC12}" type="pres">
      <dgm:prSet presAssocID="{7720D4DC-FDF3-43B9-BD2B-FA66FCCA09CF}" presName="bgRect" presStyleLbl="bgAccFollowNode1" presStyleIdx="2" presStyleCnt="5"/>
      <dgm:spPr/>
    </dgm:pt>
    <dgm:pt modelId="{519E7EAE-8E7C-4EB9-8F17-7B8640A89848}" type="pres">
      <dgm:prSet presAssocID="{E6D7FCA1-C032-4E18-A21C-E7F3D65598AD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E1870F77-00CE-4F8C-912A-C4E2F35EA06D}" type="pres">
      <dgm:prSet presAssocID="{7720D4DC-FDF3-43B9-BD2B-FA66FCCA09CF}" presName="bottomLine" presStyleLbl="alignNode1" presStyleIdx="5" presStyleCnt="10">
        <dgm:presLayoutVars/>
      </dgm:prSet>
      <dgm:spPr/>
    </dgm:pt>
    <dgm:pt modelId="{59EF019A-486D-4207-805B-2207ACE92608}" type="pres">
      <dgm:prSet presAssocID="{7720D4DC-FDF3-43B9-BD2B-FA66FCCA09CF}" presName="nodeText" presStyleLbl="bgAccFollowNode1" presStyleIdx="2" presStyleCnt="5">
        <dgm:presLayoutVars>
          <dgm:bulletEnabled val="1"/>
        </dgm:presLayoutVars>
      </dgm:prSet>
      <dgm:spPr/>
    </dgm:pt>
    <dgm:pt modelId="{F8C27C0A-C6E0-45F6-A635-75DE3A5638D0}" type="pres">
      <dgm:prSet presAssocID="{E6D7FCA1-C032-4E18-A21C-E7F3D65598AD}" presName="sibTrans" presStyleCnt="0"/>
      <dgm:spPr/>
    </dgm:pt>
    <dgm:pt modelId="{73F3ECE2-6BA2-494E-A2D6-22BB31B987A2}" type="pres">
      <dgm:prSet presAssocID="{950C0A00-96F9-43A9-A527-DEED37135F01}" presName="compositeNode" presStyleCnt="0">
        <dgm:presLayoutVars>
          <dgm:bulletEnabled val="1"/>
        </dgm:presLayoutVars>
      </dgm:prSet>
      <dgm:spPr/>
    </dgm:pt>
    <dgm:pt modelId="{5F193BB9-856B-4EFA-935E-B274DD9AA8BC}" type="pres">
      <dgm:prSet presAssocID="{950C0A00-96F9-43A9-A527-DEED37135F01}" presName="bgRect" presStyleLbl="bgAccFollowNode1" presStyleIdx="3" presStyleCnt="5"/>
      <dgm:spPr/>
    </dgm:pt>
    <dgm:pt modelId="{5748BE6C-8E25-4529-8BD8-7F37A39D9149}" type="pres">
      <dgm:prSet presAssocID="{9B6178FF-2FF3-42E4-A1E4-BE1DC65FAB02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ED651461-0A77-4E8C-B3D0-CCE2B2B530A0}" type="pres">
      <dgm:prSet presAssocID="{950C0A00-96F9-43A9-A527-DEED37135F01}" presName="bottomLine" presStyleLbl="alignNode1" presStyleIdx="7" presStyleCnt="10">
        <dgm:presLayoutVars/>
      </dgm:prSet>
      <dgm:spPr/>
    </dgm:pt>
    <dgm:pt modelId="{0AA64587-23C0-480D-A0F9-DBAD3DE2D844}" type="pres">
      <dgm:prSet presAssocID="{950C0A00-96F9-43A9-A527-DEED37135F01}" presName="nodeText" presStyleLbl="bgAccFollowNode1" presStyleIdx="3" presStyleCnt="5">
        <dgm:presLayoutVars>
          <dgm:bulletEnabled val="1"/>
        </dgm:presLayoutVars>
      </dgm:prSet>
      <dgm:spPr/>
    </dgm:pt>
    <dgm:pt modelId="{F64180F0-6F7C-4C2E-8C28-CDE30C024CEB}" type="pres">
      <dgm:prSet presAssocID="{9B6178FF-2FF3-42E4-A1E4-BE1DC65FAB02}" presName="sibTrans" presStyleCnt="0"/>
      <dgm:spPr/>
    </dgm:pt>
    <dgm:pt modelId="{50338DAE-8ACC-4DAA-98D4-5B688D6D2143}" type="pres">
      <dgm:prSet presAssocID="{74D80B94-BB00-4928-9BD4-CE48ABC3FB30}" presName="compositeNode" presStyleCnt="0">
        <dgm:presLayoutVars>
          <dgm:bulletEnabled val="1"/>
        </dgm:presLayoutVars>
      </dgm:prSet>
      <dgm:spPr/>
    </dgm:pt>
    <dgm:pt modelId="{BF2F59BA-BF2A-4FBB-BE36-A2ECAB0E3153}" type="pres">
      <dgm:prSet presAssocID="{74D80B94-BB00-4928-9BD4-CE48ABC3FB30}" presName="bgRect" presStyleLbl="bgAccFollowNode1" presStyleIdx="4" presStyleCnt="5"/>
      <dgm:spPr/>
    </dgm:pt>
    <dgm:pt modelId="{3EB22221-5803-4BF8-9E33-B982A6CE6520}" type="pres">
      <dgm:prSet presAssocID="{B3991009-CEB7-47F3-B378-94FC200852D7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64D14142-E58E-451C-B24A-7540FA2080EF}" type="pres">
      <dgm:prSet presAssocID="{74D80B94-BB00-4928-9BD4-CE48ABC3FB30}" presName="bottomLine" presStyleLbl="alignNode1" presStyleIdx="9" presStyleCnt="10">
        <dgm:presLayoutVars/>
      </dgm:prSet>
      <dgm:spPr/>
    </dgm:pt>
    <dgm:pt modelId="{405EF829-F366-4C27-A4C5-66B26DA7DCE5}" type="pres">
      <dgm:prSet presAssocID="{74D80B94-BB00-4928-9BD4-CE48ABC3FB30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4BF89004-CAE3-4C78-A123-6A4109DFF3F1}" type="presOf" srcId="{731DAAD0-4B4E-47E0-8A3C-1C9FC307FBE2}" destId="{ACF7A27D-E105-4231-9A96-C7671CC5B5F6}" srcOrd="0" destOrd="0" presId="urn:microsoft.com/office/officeart/2016/7/layout/BasicLinearProcessNumbered"/>
    <dgm:cxn modelId="{07B6B605-5453-497B-8038-5F7CB8DB2FBD}" type="presOf" srcId="{E6D7FCA1-C032-4E18-A21C-E7F3D65598AD}" destId="{519E7EAE-8E7C-4EB9-8F17-7B8640A89848}" srcOrd="0" destOrd="0" presId="urn:microsoft.com/office/officeart/2016/7/layout/BasicLinearProcessNumbered"/>
    <dgm:cxn modelId="{6C04230B-24F3-4F72-9FFD-16758DFAB315}" srcId="{DE484547-7A83-4E02-B316-4D4894E21D26}" destId="{950C0A00-96F9-43A9-A527-DEED37135F01}" srcOrd="3" destOrd="0" parTransId="{51E7B7AF-133B-42A3-8E71-693D06464C27}" sibTransId="{9B6178FF-2FF3-42E4-A1E4-BE1DC65FAB02}"/>
    <dgm:cxn modelId="{0C80D80B-DCA0-4F23-9FC3-71564D3F9D4B}" type="presOf" srcId="{74D80B94-BB00-4928-9BD4-CE48ABC3FB30}" destId="{405EF829-F366-4C27-A4C5-66B26DA7DCE5}" srcOrd="1" destOrd="0" presId="urn:microsoft.com/office/officeart/2016/7/layout/BasicLinearProcessNumbered"/>
    <dgm:cxn modelId="{BBA2D110-6DED-49F8-B87F-6D09116D7866}" type="presOf" srcId="{7720D4DC-FDF3-43B9-BD2B-FA66FCCA09CF}" destId="{59EF019A-486D-4207-805B-2207ACE92608}" srcOrd="1" destOrd="0" presId="urn:microsoft.com/office/officeart/2016/7/layout/BasicLinearProcessNumbered"/>
    <dgm:cxn modelId="{657D8611-589C-4904-8D35-D2FA80CEECBE}" type="presOf" srcId="{950C0A00-96F9-43A9-A527-DEED37135F01}" destId="{0AA64587-23C0-480D-A0F9-DBAD3DE2D844}" srcOrd="1" destOrd="0" presId="urn:microsoft.com/office/officeart/2016/7/layout/BasicLinearProcessNumbered"/>
    <dgm:cxn modelId="{25EB291A-7537-488B-9F12-3F53D45F58F5}" type="presOf" srcId="{7720D4DC-FDF3-43B9-BD2B-FA66FCCA09CF}" destId="{33ED7C30-C04D-4068-B163-3F3BEA60CC12}" srcOrd="0" destOrd="0" presId="urn:microsoft.com/office/officeart/2016/7/layout/BasicLinearProcessNumbered"/>
    <dgm:cxn modelId="{A746B826-8205-44CC-AB73-89280B6D7ECE}" srcId="{DE484547-7A83-4E02-B316-4D4894E21D26}" destId="{DB5A3B35-193C-4E7F-B7C6-1B3B0C7465CF}" srcOrd="1" destOrd="0" parTransId="{4273539D-DBC3-4E08-B88C-C646ACEB3F30}" sibTransId="{E58F6A1D-F4D7-45E3-B9BB-AF38C029D320}"/>
    <dgm:cxn modelId="{3E729C3F-075D-4059-B3F1-07F3BC38AFBD}" type="presOf" srcId="{950C0A00-96F9-43A9-A527-DEED37135F01}" destId="{5F193BB9-856B-4EFA-935E-B274DD9AA8BC}" srcOrd="0" destOrd="0" presId="urn:microsoft.com/office/officeart/2016/7/layout/BasicLinearProcessNumbered"/>
    <dgm:cxn modelId="{13B2DA47-FA26-41A9-AF1A-8909F4F69F99}" type="presOf" srcId="{DB5A3B35-193C-4E7F-B7C6-1B3B0C7465CF}" destId="{F68C2564-B1F4-4310-B8C4-7FEAC3384703}" srcOrd="1" destOrd="0" presId="urn:microsoft.com/office/officeart/2016/7/layout/BasicLinearProcessNumbered"/>
    <dgm:cxn modelId="{D7E10950-1727-42B3-8A9E-2F03E6C718C7}" type="presOf" srcId="{66963574-28DF-4D02-8290-79AE44EB391A}" destId="{B336B270-D30D-4F36-9E6D-D372C00F1FC7}" srcOrd="1" destOrd="0" presId="urn:microsoft.com/office/officeart/2016/7/layout/BasicLinearProcessNumbered"/>
    <dgm:cxn modelId="{3544A970-81ED-49DD-AA36-0F055274E210}" type="presOf" srcId="{DE484547-7A83-4E02-B316-4D4894E21D26}" destId="{05DBD40F-FEDE-4B87-AF9C-D33F514C6E63}" srcOrd="0" destOrd="0" presId="urn:microsoft.com/office/officeart/2016/7/layout/BasicLinearProcessNumbered"/>
    <dgm:cxn modelId="{EA8C06A1-2DDC-4DC3-A2D8-9B4CF591D7BF}" type="presOf" srcId="{E58F6A1D-F4D7-45E3-B9BB-AF38C029D320}" destId="{96EF01BF-6CD2-4739-95C7-C326786AA9AA}" srcOrd="0" destOrd="0" presId="urn:microsoft.com/office/officeart/2016/7/layout/BasicLinearProcessNumbered"/>
    <dgm:cxn modelId="{6A370AA1-7974-4A84-A073-07E0DEAFF6B3}" type="presOf" srcId="{66963574-28DF-4D02-8290-79AE44EB391A}" destId="{F651B1A1-F75D-4F16-BB62-0979C83E333A}" srcOrd="0" destOrd="0" presId="urn:microsoft.com/office/officeart/2016/7/layout/BasicLinearProcessNumbered"/>
    <dgm:cxn modelId="{915B9FA6-69DB-4599-8264-718C16E59C44}" type="presOf" srcId="{9B6178FF-2FF3-42E4-A1E4-BE1DC65FAB02}" destId="{5748BE6C-8E25-4529-8BD8-7F37A39D9149}" srcOrd="0" destOrd="0" presId="urn:microsoft.com/office/officeart/2016/7/layout/BasicLinearProcessNumbered"/>
    <dgm:cxn modelId="{7083BDAB-79A1-40BA-BFBC-0E99C4600C60}" srcId="{DE484547-7A83-4E02-B316-4D4894E21D26}" destId="{74D80B94-BB00-4928-9BD4-CE48ABC3FB30}" srcOrd="4" destOrd="0" parTransId="{F258E68C-C678-4F4B-B87B-560B5304AA33}" sibTransId="{B3991009-CEB7-47F3-B378-94FC200852D7}"/>
    <dgm:cxn modelId="{31764BB7-CE41-4BAE-92E0-20597717D9BC}" type="presOf" srcId="{B3991009-CEB7-47F3-B378-94FC200852D7}" destId="{3EB22221-5803-4BF8-9E33-B982A6CE6520}" srcOrd="0" destOrd="0" presId="urn:microsoft.com/office/officeart/2016/7/layout/BasicLinearProcessNumbered"/>
    <dgm:cxn modelId="{E96BF0B8-78DE-46F8-B42B-585FC2C0FE0E}" type="presOf" srcId="{74D80B94-BB00-4928-9BD4-CE48ABC3FB30}" destId="{BF2F59BA-BF2A-4FBB-BE36-A2ECAB0E3153}" srcOrd="0" destOrd="0" presId="urn:microsoft.com/office/officeart/2016/7/layout/BasicLinearProcessNumbered"/>
    <dgm:cxn modelId="{1208B0BD-DA70-4D11-BBFC-D5711F2C145A}" srcId="{DE484547-7A83-4E02-B316-4D4894E21D26}" destId="{7720D4DC-FDF3-43B9-BD2B-FA66FCCA09CF}" srcOrd="2" destOrd="0" parTransId="{0B368024-F767-4053-BE4D-BD250FFF37BB}" sibTransId="{E6D7FCA1-C032-4E18-A21C-E7F3D65598AD}"/>
    <dgm:cxn modelId="{B1940BBE-019E-4A87-AA35-7D877992C021}" srcId="{DE484547-7A83-4E02-B316-4D4894E21D26}" destId="{66963574-28DF-4D02-8290-79AE44EB391A}" srcOrd="0" destOrd="0" parTransId="{D3A9166D-8EB8-47BF-B9B4-53E470DFE89C}" sibTransId="{731DAAD0-4B4E-47E0-8A3C-1C9FC307FBE2}"/>
    <dgm:cxn modelId="{B986ACC1-F357-41AF-93A7-D0763678301A}" type="presOf" srcId="{DB5A3B35-193C-4E7F-B7C6-1B3B0C7465CF}" destId="{9176C0F9-A02A-4462-A37F-EDF08349407C}" srcOrd="0" destOrd="0" presId="urn:microsoft.com/office/officeart/2016/7/layout/BasicLinearProcessNumbered"/>
    <dgm:cxn modelId="{47EC65F3-0478-4487-91A5-3CE535184C64}" type="presParOf" srcId="{05DBD40F-FEDE-4B87-AF9C-D33F514C6E63}" destId="{212CB962-6AD8-4920-827C-CF0815AD2445}" srcOrd="0" destOrd="0" presId="urn:microsoft.com/office/officeart/2016/7/layout/BasicLinearProcessNumbered"/>
    <dgm:cxn modelId="{795EA0A2-BA52-48B7-B99E-C264E5748C23}" type="presParOf" srcId="{212CB962-6AD8-4920-827C-CF0815AD2445}" destId="{F651B1A1-F75D-4F16-BB62-0979C83E333A}" srcOrd="0" destOrd="0" presId="urn:microsoft.com/office/officeart/2016/7/layout/BasicLinearProcessNumbered"/>
    <dgm:cxn modelId="{4FD6402D-7693-485F-A041-4F88E6DFDAC9}" type="presParOf" srcId="{212CB962-6AD8-4920-827C-CF0815AD2445}" destId="{ACF7A27D-E105-4231-9A96-C7671CC5B5F6}" srcOrd="1" destOrd="0" presId="urn:microsoft.com/office/officeart/2016/7/layout/BasicLinearProcessNumbered"/>
    <dgm:cxn modelId="{E813BEA9-AAFA-4293-94D4-E762209D5BB2}" type="presParOf" srcId="{212CB962-6AD8-4920-827C-CF0815AD2445}" destId="{B07544F1-AF01-43C2-AF8A-51192B18671B}" srcOrd="2" destOrd="0" presId="urn:microsoft.com/office/officeart/2016/7/layout/BasicLinearProcessNumbered"/>
    <dgm:cxn modelId="{09277EC8-0DF6-49D3-8BBA-2D24739E5A34}" type="presParOf" srcId="{212CB962-6AD8-4920-827C-CF0815AD2445}" destId="{B336B270-D30D-4F36-9E6D-D372C00F1FC7}" srcOrd="3" destOrd="0" presId="urn:microsoft.com/office/officeart/2016/7/layout/BasicLinearProcessNumbered"/>
    <dgm:cxn modelId="{E977D048-D5E6-43F3-ACC8-0953FE9F7D69}" type="presParOf" srcId="{05DBD40F-FEDE-4B87-AF9C-D33F514C6E63}" destId="{F67DD8D0-CD9E-4ED2-8D11-385FD863A0E4}" srcOrd="1" destOrd="0" presId="urn:microsoft.com/office/officeart/2016/7/layout/BasicLinearProcessNumbered"/>
    <dgm:cxn modelId="{47F815BF-A23B-4017-BE7B-444AC56401A6}" type="presParOf" srcId="{05DBD40F-FEDE-4B87-AF9C-D33F514C6E63}" destId="{AD5483F0-B9F4-471E-9598-2A191F3D2253}" srcOrd="2" destOrd="0" presId="urn:microsoft.com/office/officeart/2016/7/layout/BasicLinearProcessNumbered"/>
    <dgm:cxn modelId="{9B6CA980-F390-4358-898B-52965805851C}" type="presParOf" srcId="{AD5483F0-B9F4-471E-9598-2A191F3D2253}" destId="{9176C0F9-A02A-4462-A37F-EDF08349407C}" srcOrd="0" destOrd="0" presId="urn:microsoft.com/office/officeart/2016/7/layout/BasicLinearProcessNumbered"/>
    <dgm:cxn modelId="{04CD5DB5-6631-427D-B3A1-D4F5DB90D3B7}" type="presParOf" srcId="{AD5483F0-B9F4-471E-9598-2A191F3D2253}" destId="{96EF01BF-6CD2-4739-95C7-C326786AA9AA}" srcOrd="1" destOrd="0" presId="urn:microsoft.com/office/officeart/2016/7/layout/BasicLinearProcessNumbered"/>
    <dgm:cxn modelId="{404B75DF-1F74-4FDA-A156-581D41B9B176}" type="presParOf" srcId="{AD5483F0-B9F4-471E-9598-2A191F3D2253}" destId="{8F90FAB6-9C3E-4550-8A95-F4F8ACE2CA6C}" srcOrd="2" destOrd="0" presId="urn:microsoft.com/office/officeart/2016/7/layout/BasicLinearProcessNumbered"/>
    <dgm:cxn modelId="{FC1DD3C9-3F59-4D18-8FF3-C86F18A44DAE}" type="presParOf" srcId="{AD5483F0-B9F4-471E-9598-2A191F3D2253}" destId="{F68C2564-B1F4-4310-B8C4-7FEAC3384703}" srcOrd="3" destOrd="0" presId="urn:microsoft.com/office/officeart/2016/7/layout/BasicLinearProcessNumbered"/>
    <dgm:cxn modelId="{188E2E26-6DA1-4377-BB06-ABBA2D3C7B57}" type="presParOf" srcId="{05DBD40F-FEDE-4B87-AF9C-D33F514C6E63}" destId="{1549A8FB-EEE4-4402-8A7E-FC95148BAD5C}" srcOrd="3" destOrd="0" presId="urn:microsoft.com/office/officeart/2016/7/layout/BasicLinearProcessNumbered"/>
    <dgm:cxn modelId="{1AFD814A-4F0D-43FA-8F4A-FE3F630D6C3C}" type="presParOf" srcId="{05DBD40F-FEDE-4B87-AF9C-D33F514C6E63}" destId="{7EE370EA-1372-4243-8F9F-D3B7D5447542}" srcOrd="4" destOrd="0" presId="urn:microsoft.com/office/officeart/2016/7/layout/BasicLinearProcessNumbered"/>
    <dgm:cxn modelId="{9C67461B-37ED-4750-9A10-CE13660D4546}" type="presParOf" srcId="{7EE370EA-1372-4243-8F9F-D3B7D5447542}" destId="{33ED7C30-C04D-4068-B163-3F3BEA60CC12}" srcOrd="0" destOrd="0" presId="urn:microsoft.com/office/officeart/2016/7/layout/BasicLinearProcessNumbered"/>
    <dgm:cxn modelId="{3DEA3077-BAF6-4839-B23C-A35CD2A629F5}" type="presParOf" srcId="{7EE370EA-1372-4243-8F9F-D3B7D5447542}" destId="{519E7EAE-8E7C-4EB9-8F17-7B8640A89848}" srcOrd="1" destOrd="0" presId="urn:microsoft.com/office/officeart/2016/7/layout/BasicLinearProcessNumbered"/>
    <dgm:cxn modelId="{E9E9C6BA-43DF-47B8-A287-73F6C33FBD71}" type="presParOf" srcId="{7EE370EA-1372-4243-8F9F-D3B7D5447542}" destId="{E1870F77-00CE-4F8C-912A-C4E2F35EA06D}" srcOrd="2" destOrd="0" presId="urn:microsoft.com/office/officeart/2016/7/layout/BasicLinearProcessNumbered"/>
    <dgm:cxn modelId="{D5113E96-0468-44B9-85F3-4B049B7E7854}" type="presParOf" srcId="{7EE370EA-1372-4243-8F9F-D3B7D5447542}" destId="{59EF019A-486D-4207-805B-2207ACE92608}" srcOrd="3" destOrd="0" presId="urn:microsoft.com/office/officeart/2016/7/layout/BasicLinearProcessNumbered"/>
    <dgm:cxn modelId="{F6742509-7C43-49FA-A655-0FA20ABF3BF1}" type="presParOf" srcId="{05DBD40F-FEDE-4B87-AF9C-D33F514C6E63}" destId="{F8C27C0A-C6E0-45F6-A635-75DE3A5638D0}" srcOrd="5" destOrd="0" presId="urn:microsoft.com/office/officeart/2016/7/layout/BasicLinearProcessNumbered"/>
    <dgm:cxn modelId="{0E4220B2-4EF3-43DD-8575-CA6EF0D1F3CC}" type="presParOf" srcId="{05DBD40F-FEDE-4B87-AF9C-D33F514C6E63}" destId="{73F3ECE2-6BA2-494E-A2D6-22BB31B987A2}" srcOrd="6" destOrd="0" presId="urn:microsoft.com/office/officeart/2016/7/layout/BasicLinearProcessNumbered"/>
    <dgm:cxn modelId="{184C6EC7-3E65-4D9F-A23D-B837B87FACEE}" type="presParOf" srcId="{73F3ECE2-6BA2-494E-A2D6-22BB31B987A2}" destId="{5F193BB9-856B-4EFA-935E-B274DD9AA8BC}" srcOrd="0" destOrd="0" presId="urn:microsoft.com/office/officeart/2016/7/layout/BasicLinearProcessNumbered"/>
    <dgm:cxn modelId="{C5587AE7-03D5-49B2-9438-2B737A8B99D5}" type="presParOf" srcId="{73F3ECE2-6BA2-494E-A2D6-22BB31B987A2}" destId="{5748BE6C-8E25-4529-8BD8-7F37A39D9149}" srcOrd="1" destOrd="0" presId="urn:microsoft.com/office/officeart/2016/7/layout/BasicLinearProcessNumbered"/>
    <dgm:cxn modelId="{DE6CA7D9-FDA9-4A43-A3C3-6E8498F1989F}" type="presParOf" srcId="{73F3ECE2-6BA2-494E-A2D6-22BB31B987A2}" destId="{ED651461-0A77-4E8C-B3D0-CCE2B2B530A0}" srcOrd="2" destOrd="0" presId="urn:microsoft.com/office/officeart/2016/7/layout/BasicLinearProcessNumbered"/>
    <dgm:cxn modelId="{C6FCA7FC-0ADA-4A47-900B-F54150094D96}" type="presParOf" srcId="{73F3ECE2-6BA2-494E-A2D6-22BB31B987A2}" destId="{0AA64587-23C0-480D-A0F9-DBAD3DE2D844}" srcOrd="3" destOrd="0" presId="urn:microsoft.com/office/officeart/2016/7/layout/BasicLinearProcessNumbered"/>
    <dgm:cxn modelId="{FA1418EC-CCDF-4145-8642-20F9213E8700}" type="presParOf" srcId="{05DBD40F-FEDE-4B87-AF9C-D33F514C6E63}" destId="{F64180F0-6F7C-4C2E-8C28-CDE30C024CEB}" srcOrd="7" destOrd="0" presId="urn:microsoft.com/office/officeart/2016/7/layout/BasicLinearProcessNumbered"/>
    <dgm:cxn modelId="{A67BEB29-8788-459B-AE5B-4FFAC81A38F0}" type="presParOf" srcId="{05DBD40F-FEDE-4B87-AF9C-D33F514C6E63}" destId="{50338DAE-8ACC-4DAA-98D4-5B688D6D2143}" srcOrd="8" destOrd="0" presId="urn:microsoft.com/office/officeart/2016/7/layout/BasicLinearProcessNumbered"/>
    <dgm:cxn modelId="{937AF165-088A-49ED-BCEB-DE3ED22CCCC8}" type="presParOf" srcId="{50338DAE-8ACC-4DAA-98D4-5B688D6D2143}" destId="{BF2F59BA-BF2A-4FBB-BE36-A2ECAB0E3153}" srcOrd="0" destOrd="0" presId="urn:microsoft.com/office/officeart/2016/7/layout/BasicLinearProcessNumbered"/>
    <dgm:cxn modelId="{BFEB5D81-75E2-4890-8531-374E2377BDF5}" type="presParOf" srcId="{50338DAE-8ACC-4DAA-98D4-5B688D6D2143}" destId="{3EB22221-5803-4BF8-9E33-B982A6CE6520}" srcOrd="1" destOrd="0" presId="urn:microsoft.com/office/officeart/2016/7/layout/BasicLinearProcessNumbered"/>
    <dgm:cxn modelId="{39D905E5-EB9F-4439-9182-AC347461C93F}" type="presParOf" srcId="{50338DAE-8ACC-4DAA-98D4-5B688D6D2143}" destId="{64D14142-E58E-451C-B24A-7540FA2080EF}" srcOrd="2" destOrd="0" presId="urn:microsoft.com/office/officeart/2016/7/layout/BasicLinearProcessNumbered"/>
    <dgm:cxn modelId="{687EA2DA-37AA-4153-8BFA-89C66B881AB8}" type="presParOf" srcId="{50338DAE-8ACC-4DAA-98D4-5B688D6D2143}" destId="{405EF829-F366-4C27-A4C5-66B26DA7DCE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40F9EC-C728-456D-AF95-F32308F1C095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FD4DA29-6E3A-4259-9106-FAAD4CF57074}">
      <dgm:prSet/>
      <dgm:spPr/>
      <dgm:t>
        <a:bodyPr/>
        <a:lstStyle/>
        <a:p>
          <a:r>
            <a:rPr lang="en-US"/>
            <a:t>• Client Interface (Browser) -&gt; Controller (app.js) -&gt; Database Client Router (db.js).</a:t>
          </a:r>
        </a:p>
      </dgm:t>
    </dgm:pt>
    <dgm:pt modelId="{CC2BCB21-3A9C-45CD-BB1C-F128A0D8D409}" type="parTrans" cxnId="{C4648F80-A915-4019-9527-86FB4C0D4279}">
      <dgm:prSet/>
      <dgm:spPr/>
      <dgm:t>
        <a:bodyPr/>
        <a:lstStyle/>
        <a:p>
          <a:endParaRPr lang="en-US"/>
        </a:p>
      </dgm:t>
    </dgm:pt>
    <dgm:pt modelId="{FCF808FA-7BA2-4D60-AF93-13786606D8F8}" type="sibTrans" cxnId="{C4648F80-A915-4019-9527-86FB4C0D4279}">
      <dgm:prSet/>
      <dgm:spPr/>
      <dgm:t>
        <a:bodyPr/>
        <a:lstStyle/>
        <a:p>
          <a:endParaRPr lang="en-US"/>
        </a:p>
      </dgm:t>
    </dgm:pt>
    <dgm:pt modelId="{997027C7-EB9D-4EC8-8265-337A937FF852}">
      <dgm:prSet/>
      <dgm:spPr/>
      <dgm:t>
        <a:bodyPr/>
        <a:lstStyle/>
        <a:p>
          <a:r>
            <a:rPr lang="en-US"/>
            <a:t>• If Online (Status Green): Communicates via fetch requests directly to Supabase Cloud PostgreSQL DB.</a:t>
          </a:r>
        </a:p>
      </dgm:t>
    </dgm:pt>
    <dgm:pt modelId="{A3A45F5A-55CB-4E75-9DED-CA70B43FFCF8}" type="parTrans" cxnId="{331BA6E1-21AE-4F1C-B847-B0D84222BC3D}">
      <dgm:prSet/>
      <dgm:spPr/>
      <dgm:t>
        <a:bodyPr/>
        <a:lstStyle/>
        <a:p>
          <a:endParaRPr lang="en-US"/>
        </a:p>
      </dgm:t>
    </dgm:pt>
    <dgm:pt modelId="{324183D4-B5F0-4E64-8CB7-5F5AD1D7BCA9}" type="sibTrans" cxnId="{331BA6E1-21AE-4F1C-B847-B0D84222BC3D}">
      <dgm:prSet/>
      <dgm:spPr/>
      <dgm:t>
        <a:bodyPr/>
        <a:lstStyle/>
        <a:p>
          <a:endParaRPr lang="en-US"/>
        </a:p>
      </dgm:t>
    </dgm:pt>
    <dgm:pt modelId="{2B987C5C-1EA0-4652-B8E4-B9C159E3D54D}">
      <dgm:prSet/>
      <dgm:spPr/>
      <dgm:t>
        <a:bodyPr/>
        <a:lstStyle/>
        <a:p>
          <a:r>
            <a:rPr lang="en-US"/>
            <a:t>• If Offline (Status Red): Switches database router destination to LocalStorage Mock DB.</a:t>
          </a:r>
        </a:p>
      </dgm:t>
    </dgm:pt>
    <dgm:pt modelId="{0B1DB7D5-E8C3-4085-A8AC-7E9CE98155C3}" type="parTrans" cxnId="{1B7DB564-84A7-44D0-99E5-4968A21AA07C}">
      <dgm:prSet/>
      <dgm:spPr/>
      <dgm:t>
        <a:bodyPr/>
        <a:lstStyle/>
        <a:p>
          <a:endParaRPr lang="en-US"/>
        </a:p>
      </dgm:t>
    </dgm:pt>
    <dgm:pt modelId="{0BEE74D7-F48C-47FA-BDA4-2B1D26989FBF}" type="sibTrans" cxnId="{1B7DB564-84A7-44D0-99E5-4968A21AA07C}">
      <dgm:prSet/>
      <dgm:spPr/>
      <dgm:t>
        <a:bodyPr/>
        <a:lstStyle/>
        <a:p>
          <a:endParaRPr lang="en-US"/>
        </a:p>
      </dgm:t>
    </dgm:pt>
    <dgm:pt modelId="{FCDDD233-E497-431A-B3FF-26B10F5CD168}">
      <dgm:prSet/>
      <dgm:spPr/>
      <dgm:t>
        <a:bodyPr/>
        <a:lstStyle/>
        <a:p>
          <a:r>
            <a:rPr lang="en-US"/>
            <a:t>• Advantage: Allows presentation and evaluation to proceed successfully in any network environment.</a:t>
          </a:r>
        </a:p>
      </dgm:t>
    </dgm:pt>
    <dgm:pt modelId="{C3267B33-9122-44BC-A4CB-E16C32B392DD}" type="parTrans" cxnId="{487CFD15-D70C-407C-BEE8-F397B58E27F0}">
      <dgm:prSet/>
      <dgm:spPr/>
      <dgm:t>
        <a:bodyPr/>
        <a:lstStyle/>
        <a:p>
          <a:endParaRPr lang="en-US"/>
        </a:p>
      </dgm:t>
    </dgm:pt>
    <dgm:pt modelId="{AC4B6112-8927-41AF-8969-637C47EB7B9D}" type="sibTrans" cxnId="{487CFD15-D70C-407C-BEE8-F397B58E27F0}">
      <dgm:prSet/>
      <dgm:spPr/>
      <dgm:t>
        <a:bodyPr/>
        <a:lstStyle/>
        <a:p>
          <a:endParaRPr lang="en-US"/>
        </a:p>
      </dgm:t>
    </dgm:pt>
    <dgm:pt modelId="{82516254-22CF-4802-B185-FEFF96744FC0}" type="pres">
      <dgm:prSet presAssocID="{5240F9EC-C728-456D-AF95-F32308F1C095}" presName="CompostProcess" presStyleCnt="0">
        <dgm:presLayoutVars>
          <dgm:dir/>
          <dgm:resizeHandles val="exact"/>
        </dgm:presLayoutVars>
      </dgm:prSet>
      <dgm:spPr/>
    </dgm:pt>
    <dgm:pt modelId="{F7A9F1D1-8DA7-4F74-8863-849B6C20D4BD}" type="pres">
      <dgm:prSet presAssocID="{5240F9EC-C728-456D-AF95-F32308F1C095}" presName="arrow" presStyleLbl="bgShp" presStyleIdx="0" presStyleCnt="1"/>
      <dgm:spPr/>
    </dgm:pt>
    <dgm:pt modelId="{3273D6AE-F2F7-46B7-AC9E-0C80A810E897}" type="pres">
      <dgm:prSet presAssocID="{5240F9EC-C728-456D-AF95-F32308F1C095}" presName="linearProcess" presStyleCnt="0"/>
      <dgm:spPr/>
    </dgm:pt>
    <dgm:pt modelId="{F7C7B494-1EED-470B-AF16-4754816A4C4F}" type="pres">
      <dgm:prSet presAssocID="{4FD4DA29-6E3A-4259-9106-FAAD4CF57074}" presName="textNode" presStyleLbl="node1" presStyleIdx="0" presStyleCnt="4">
        <dgm:presLayoutVars>
          <dgm:bulletEnabled val="1"/>
        </dgm:presLayoutVars>
      </dgm:prSet>
      <dgm:spPr/>
    </dgm:pt>
    <dgm:pt modelId="{90125F87-3942-4C64-B6C4-CFB2511EE76E}" type="pres">
      <dgm:prSet presAssocID="{FCF808FA-7BA2-4D60-AF93-13786606D8F8}" presName="sibTrans" presStyleCnt="0"/>
      <dgm:spPr/>
    </dgm:pt>
    <dgm:pt modelId="{9F96E64F-0DE5-4F8F-9F0D-8F2ABACEF5AC}" type="pres">
      <dgm:prSet presAssocID="{997027C7-EB9D-4EC8-8265-337A937FF852}" presName="textNode" presStyleLbl="node1" presStyleIdx="1" presStyleCnt="4">
        <dgm:presLayoutVars>
          <dgm:bulletEnabled val="1"/>
        </dgm:presLayoutVars>
      </dgm:prSet>
      <dgm:spPr/>
    </dgm:pt>
    <dgm:pt modelId="{34BCEADC-7FE3-4F21-A7A0-DD2E2961F8CB}" type="pres">
      <dgm:prSet presAssocID="{324183D4-B5F0-4E64-8CB7-5F5AD1D7BCA9}" presName="sibTrans" presStyleCnt="0"/>
      <dgm:spPr/>
    </dgm:pt>
    <dgm:pt modelId="{955D6EC1-7F8A-4F5E-A58F-FE89BCF33ED8}" type="pres">
      <dgm:prSet presAssocID="{2B987C5C-1EA0-4652-B8E4-B9C159E3D54D}" presName="textNode" presStyleLbl="node1" presStyleIdx="2" presStyleCnt="4">
        <dgm:presLayoutVars>
          <dgm:bulletEnabled val="1"/>
        </dgm:presLayoutVars>
      </dgm:prSet>
      <dgm:spPr/>
    </dgm:pt>
    <dgm:pt modelId="{6F284584-49F2-4944-A72B-E299F948313A}" type="pres">
      <dgm:prSet presAssocID="{0BEE74D7-F48C-47FA-BDA4-2B1D26989FBF}" presName="sibTrans" presStyleCnt="0"/>
      <dgm:spPr/>
    </dgm:pt>
    <dgm:pt modelId="{236B93F2-CC41-401A-831F-BB1533DAB0B5}" type="pres">
      <dgm:prSet presAssocID="{FCDDD233-E497-431A-B3FF-26B10F5CD16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487CFD15-D70C-407C-BEE8-F397B58E27F0}" srcId="{5240F9EC-C728-456D-AF95-F32308F1C095}" destId="{FCDDD233-E497-431A-B3FF-26B10F5CD168}" srcOrd="3" destOrd="0" parTransId="{C3267B33-9122-44BC-A4CB-E16C32B392DD}" sibTransId="{AC4B6112-8927-41AF-8969-637C47EB7B9D}"/>
    <dgm:cxn modelId="{EDEE953B-AB33-4A5B-BAC0-F3D800F2C5EE}" type="presOf" srcId="{FCDDD233-E497-431A-B3FF-26B10F5CD168}" destId="{236B93F2-CC41-401A-831F-BB1533DAB0B5}" srcOrd="0" destOrd="0" presId="urn:microsoft.com/office/officeart/2005/8/layout/hProcess9"/>
    <dgm:cxn modelId="{1B7DB564-84A7-44D0-99E5-4968A21AA07C}" srcId="{5240F9EC-C728-456D-AF95-F32308F1C095}" destId="{2B987C5C-1EA0-4652-B8E4-B9C159E3D54D}" srcOrd="2" destOrd="0" parTransId="{0B1DB7D5-E8C3-4085-A8AC-7E9CE98155C3}" sibTransId="{0BEE74D7-F48C-47FA-BDA4-2B1D26989FBF}"/>
    <dgm:cxn modelId="{D2A5136A-CCB4-46F6-95E8-9FE03EEC6B86}" type="presOf" srcId="{4FD4DA29-6E3A-4259-9106-FAAD4CF57074}" destId="{F7C7B494-1EED-470B-AF16-4754816A4C4F}" srcOrd="0" destOrd="0" presId="urn:microsoft.com/office/officeart/2005/8/layout/hProcess9"/>
    <dgm:cxn modelId="{93499156-8E4B-4AA5-9517-C635B3B6FDFA}" type="presOf" srcId="{5240F9EC-C728-456D-AF95-F32308F1C095}" destId="{82516254-22CF-4802-B185-FEFF96744FC0}" srcOrd="0" destOrd="0" presId="urn:microsoft.com/office/officeart/2005/8/layout/hProcess9"/>
    <dgm:cxn modelId="{C4648F80-A915-4019-9527-86FB4C0D4279}" srcId="{5240F9EC-C728-456D-AF95-F32308F1C095}" destId="{4FD4DA29-6E3A-4259-9106-FAAD4CF57074}" srcOrd="0" destOrd="0" parTransId="{CC2BCB21-3A9C-45CD-BB1C-F128A0D8D409}" sibTransId="{FCF808FA-7BA2-4D60-AF93-13786606D8F8}"/>
    <dgm:cxn modelId="{285EB6C5-A4CF-4C89-A195-B8D098120F0C}" type="presOf" srcId="{997027C7-EB9D-4EC8-8265-337A937FF852}" destId="{9F96E64F-0DE5-4F8F-9F0D-8F2ABACEF5AC}" srcOrd="0" destOrd="0" presId="urn:microsoft.com/office/officeart/2005/8/layout/hProcess9"/>
    <dgm:cxn modelId="{0C6BFED3-6545-48FF-BD66-E1983EB68246}" type="presOf" srcId="{2B987C5C-1EA0-4652-B8E4-B9C159E3D54D}" destId="{955D6EC1-7F8A-4F5E-A58F-FE89BCF33ED8}" srcOrd="0" destOrd="0" presId="urn:microsoft.com/office/officeart/2005/8/layout/hProcess9"/>
    <dgm:cxn modelId="{331BA6E1-21AE-4F1C-B847-B0D84222BC3D}" srcId="{5240F9EC-C728-456D-AF95-F32308F1C095}" destId="{997027C7-EB9D-4EC8-8265-337A937FF852}" srcOrd="1" destOrd="0" parTransId="{A3A45F5A-55CB-4E75-9DED-CA70B43FFCF8}" sibTransId="{324183D4-B5F0-4E64-8CB7-5F5AD1D7BCA9}"/>
    <dgm:cxn modelId="{5B543A6A-D19F-4295-A618-95625C196BA4}" type="presParOf" srcId="{82516254-22CF-4802-B185-FEFF96744FC0}" destId="{F7A9F1D1-8DA7-4F74-8863-849B6C20D4BD}" srcOrd="0" destOrd="0" presId="urn:microsoft.com/office/officeart/2005/8/layout/hProcess9"/>
    <dgm:cxn modelId="{E9B7C6A7-7223-4487-98F4-FB35E372C034}" type="presParOf" srcId="{82516254-22CF-4802-B185-FEFF96744FC0}" destId="{3273D6AE-F2F7-46B7-AC9E-0C80A810E897}" srcOrd="1" destOrd="0" presId="urn:microsoft.com/office/officeart/2005/8/layout/hProcess9"/>
    <dgm:cxn modelId="{653E1A7E-E50A-4A3C-8EB8-D779C1FD4C13}" type="presParOf" srcId="{3273D6AE-F2F7-46B7-AC9E-0C80A810E897}" destId="{F7C7B494-1EED-470B-AF16-4754816A4C4F}" srcOrd="0" destOrd="0" presId="urn:microsoft.com/office/officeart/2005/8/layout/hProcess9"/>
    <dgm:cxn modelId="{BFFABB91-44A4-41D2-BAB0-E40FA4B7D04D}" type="presParOf" srcId="{3273D6AE-F2F7-46B7-AC9E-0C80A810E897}" destId="{90125F87-3942-4C64-B6C4-CFB2511EE76E}" srcOrd="1" destOrd="0" presId="urn:microsoft.com/office/officeart/2005/8/layout/hProcess9"/>
    <dgm:cxn modelId="{1D406307-F200-4943-B7A9-D0B9349E6A74}" type="presParOf" srcId="{3273D6AE-F2F7-46B7-AC9E-0C80A810E897}" destId="{9F96E64F-0DE5-4F8F-9F0D-8F2ABACEF5AC}" srcOrd="2" destOrd="0" presId="urn:microsoft.com/office/officeart/2005/8/layout/hProcess9"/>
    <dgm:cxn modelId="{A7F0EB19-2AB2-4542-A276-9E6934C4FE00}" type="presParOf" srcId="{3273D6AE-F2F7-46B7-AC9E-0C80A810E897}" destId="{34BCEADC-7FE3-4F21-A7A0-DD2E2961F8CB}" srcOrd="3" destOrd="0" presId="urn:microsoft.com/office/officeart/2005/8/layout/hProcess9"/>
    <dgm:cxn modelId="{AC101822-7ECF-4067-9F32-DB6A56100413}" type="presParOf" srcId="{3273D6AE-F2F7-46B7-AC9E-0C80A810E897}" destId="{955D6EC1-7F8A-4F5E-A58F-FE89BCF33ED8}" srcOrd="4" destOrd="0" presId="urn:microsoft.com/office/officeart/2005/8/layout/hProcess9"/>
    <dgm:cxn modelId="{6A29E21B-DBD8-4931-A16E-0C3D2F6A5677}" type="presParOf" srcId="{3273D6AE-F2F7-46B7-AC9E-0C80A810E897}" destId="{6F284584-49F2-4944-A72B-E299F948313A}" srcOrd="5" destOrd="0" presId="urn:microsoft.com/office/officeart/2005/8/layout/hProcess9"/>
    <dgm:cxn modelId="{BD96AAF7-88E0-4DB4-B2FE-D70BE25AC63D}" type="presParOf" srcId="{3273D6AE-F2F7-46B7-AC9E-0C80A810E897}" destId="{236B93F2-CC41-401A-831F-BB1533DAB0B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82194E-585D-4F91-907E-C03F7189DF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A4DDC-0119-4992-89A5-5F4F8319A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Home Dashboard: Statistics counter, featured crops, sliding recent platform activities feed.</a:t>
          </a:r>
        </a:p>
      </dgm:t>
    </dgm:pt>
    <dgm:pt modelId="{8D3A8A76-544D-4295-A92D-ABE8105ECCCB}" type="parTrans" cxnId="{3840340D-B759-4B74-A4DA-12DA72A9CE4C}">
      <dgm:prSet/>
      <dgm:spPr/>
      <dgm:t>
        <a:bodyPr/>
        <a:lstStyle/>
        <a:p>
          <a:endParaRPr lang="en-US"/>
        </a:p>
      </dgm:t>
    </dgm:pt>
    <dgm:pt modelId="{46D913A8-9ED2-446C-94A9-65EDF417ABCD}" type="sibTrans" cxnId="{3840340D-B759-4B74-A4DA-12DA72A9CE4C}">
      <dgm:prSet/>
      <dgm:spPr/>
      <dgm:t>
        <a:bodyPr/>
        <a:lstStyle/>
        <a:p>
          <a:endParaRPr lang="en-US"/>
        </a:p>
      </dgm:t>
    </dgm:pt>
    <dgm:pt modelId="{9AB939DC-C80A-4071-815B-A9BC9F7693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Marketplace Grid: Search crop records and filter by Fruits, Vegetables, Grains, Organic.</a:t>
          </a:r>
        </a:p>
      </dgm:t>
    </dgm:pt>
    <dgm:pt modelId="{F7ACC4A1-DB6C-4AD5-9686-D32B4A0845BF}" type="parTrans" cxnId="{DD77C8DA-174A-46D5-B99F-B72C516B7E0E}">
      <dgm:prSet/>
      <dgm:spPr/>
      <dgm:t>
        <a:bodyPr/>
        <a:lstStyle/>
        <a:p>
          <a:endParaRPr lang="en-US"/>
        </a:p>
      </dgm:t>
    </dgm:pt>
    <dgm:pt modelId="{3BC037B9-861A-4564-802C-193452F5F25E}" type="sibTrans" cxnId="{DD77C8DA-174A-46D5-B99F-B72C516B7E0E}">
      <dgm:prSet/>
      <dgm:spPr/>
      <dgm:t>
        <a:bodyPr/>
        <a:lstStyle/>
        <a:p>
          <a:endParaRPr lang="en-US"/>
        </a:p>
      </dgm:t>
    </dgm:pt>
    <dgm:pt modelId="{0FD72ECA-8DEB-4B21-BC4E-8EA00FB847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Digital Passport: QR crop trace containing soil pH health ratings and farm GPS locations.</a:t>
          </a:r>
        </a:p>
      </dgm:t>
    </dgm:pt>
    <dgm:pt modelId="{0213D467-5CBC-4AFF-8171-EA7C5C7B326A}" type="parTrans" cxnId="{DE1F47A7-A558-4922-97B8-A37EC97CCD1F}">
      <dgm:prSet/>
      <dgm:spPr/>
      <dgm:t>
        <a:bodyPr/>
        <a:lstStyle/>
        <a:p>
          <a:endParaRPr lang="en-US"/>
        </a:p>
      </dgm:t>
    </dgm:pt>
    <dgm:pt modelId="{1AB8E8C9-F3E3-4DCC-8093-3317DFEC89C3}" type="sibTrans" cxnId="{DE1F47A7-A558-4922-97B8-A37EC97CCD1F}">
      <dgm:prSet/>
      <dgm:spPr/>
      <dgm:t>
        <a:bodyPr/>
        <a:lstStyle/>
        <a:p>
          <a:endParaRPr lang="en-US"/>
        </a:p>
      </dgm:t>
    </dgm:pt>
    <dgm:pt modelId="{4443B4FD-E21C-489F-955C-654316707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AI Price Calculator: Interactive math form showing Mandi middlemen prices vs farmer earnings.</a:t>
          </a:r>
        </a:p>
      </dgm:t>
    </dgm:pt>
    <dgm:pt modelId="{96BBA45A-0D5B-4BDC-896B-20A682329AD9}" type="parTrans" cxnId="{4CA5D2B3-FB91-4252-8BC3-9EC4CDAEC6D7}">
      <dgm:prSet/>
      <dgm:spPr/>
      <dgm:t>
        <a:bodyPr/>
        <a:lstStyle/>
        <a:p>
          <a:endParaRPr lang="en-US"/>
        </a:p>
      </dgm:t>
    </dgm:pt>
    <dgm:pt modelId="{8D6C34B3-504B-49A9-A045-F0B5FAE96038}" type="sibTrans" cxnId="{4CA5D2B3-FB91-4252-8BC3-9EC4CDAEC6D7}">
      <dgm:prSet/>
      <dgm:spPr/>
      <dgm:t>
        <a:bodyPr/>
        <a:lstStyle/>
        <a:p>
          <a:endParaRPr lang="en-US"/>
        </a:p>
      </dgm:t>
    </dgm:pt>
    <dgm:pt modelId="{25A3E5C2-849A-43E4-A931-4CE897B1C9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Invoicing &amp; Tracking: 4-stage shipment delivery timeline and print-ready GST invoices.</a:t>
          </a:r>
        </a:p>
      </dgm:t>
    </dgm:pt>
    <dgm:pt modelId="{AECC6633-2D6B-4B2A-8495-8DFE162D1C7B}" type="parTrans" cxnId="{0E8C0403-F689-47E0-A613-03AFB911D99E}">
      <dgm:prSet/>
      <dgm:spPr/>
      <dgm:t>
        <a:bodyPr/>
        <a:lstStyle/>
        <a:p>
          <a:endParaRPr lang="en-US"/>
        </a:p>
      </dgm:t>
    </dgm:pt>
    <dgm:pt modelId="{9A084F23-E614-4EB3-AA99-98C88FFA05E6}" type="sibTrans" cxnId="{0E8C0403-F689-47E0-A613-03AFB911D99E}">
      <dgm:prSet/>
      <dgm:spPr/>
      <dgm:t>
        <a:bodyPr/>
        <a:lstStyle/>
        <a:p>
          <a:endParaRPr lang="en-US"/>
        </a:p>
      </dgm:t>
    </dgm:pt>
    <dgm:pt modelId="{4583B984-C1B3-4F1F-827C-1A1C0B6DB386}" type="pres">
      <dgm:prSet presAssocID="{1A82194E-585D-4F91-907E-C03F7189DFDE}" presName="root" presStyleCnt="0">
        <dgm:presLayoutVars>
          <dgm:dir/>
          <dgm:resizeHandles val="exact"/>
        </dgm:presLayoutVars>
      </dgm:prSet>
      <dgm:spPr/>
    </dgm:pt>
    <dgm:pt modelId="{024FB2F8-FACA-4765-BA14-9C249878E4BD}" type="pres">
      <dgm:prSet presAssocID="{F47A4DDC-0119-4992-89A5-5F4F8319A3EA}" presName="compNode" presStyleCnt="0"/>
      <dgm:spPr/>
    </dgm:pt>
    <dgm:pt modelId="{E106CFCB-272A-4BC9-A830-28B6F769BDF3}" type="pres">
      <dgm:prSet presAssocID="{F47A4DDC-0119-4992-89A5-5F4F8319A3EA}" presName="bgRect" presStyleLbl="bgShp" presStyleIdx="0" presStyleCnt="5"/>
      <dgm:spPr/>
    </dgm:pt>
    <dgm:pt modelId="{2EB459C0-5A51-4FAF-A079-B0E85C56DA92}" type="pres">
      <dgm:prSet presAssocID="{F47A4DDC-0119-4992-89A5-5F4F8319A3E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1EE8D332-3242-48CB-9053-AD904CE9EB90}" type="pres">
      <dgm:prSet presAssocID="{F47A4DDC-0119-4992-89A5-5F4F8319A3EA}" presName="spaceRect" presStyleCnt="0"/>
      <dgm:spPr/>
    </dgm:pt>
    <dgm:pt modelId="{74C7D7E6-B033-4A51-9B85-204C3163EC86}" type="pres">
      <dgm:prSet presAssocID="{F47A4DDC-0119-4992-89A5-5F4F8319A3EA}" presName="parTx" presStyleLbl="revTx" presStyleIdx="0" presStyleCnt="5">
        <dgm:presLayoutVars>
          <dgm:chMax val="0"/>
          <dgm:chPref val="0"/>
        </dgm:presLayoutVars>
      </dgm:prSet>
      <dgm:spPr/>
    </dgm:pt>
    <dgm:pt modelId="{9EB75387-A6D8-4D81-A0B7-A93190077007}" type="pres">
      <dgm:prSet presAssocID="{46D913A8-9ED2-446C-94A9-65EDF417ABCD}" presName="sibTrans" presStyleCnt="0"/>
      <dgm:spPr/>
    </dgm:pt>
    <dgm:pt modelId="{E7AF8A12-5243-4B64-B78B-FE66DD54EB77}" type="pres">
      <dgm:prSet presAssocID="{9AB939DC-C80A-4071-815B-A9BC9F7693A2}" presName="compNode" presStyleCnt="0"/>
      <dgm:spPr/>
    </dgm:pt>
    <dgm:pt modelId="{086D717C-5F60-4183-A054-F63802E0481C}" type="pres">
      <dgm:prSet presAssocID="{9AB939DC-C80A-4071-815B-A9BC9F7693A2}" presName="bgRect" presStyleLbl="bgShp" presStyleIdx="1" presStyleCnt="5"/>
      <dgm:spPr/>
    </dgm:pt>
    <dgm:pt modelId="{1DC86BEA-F325-47AA-A5D8-7A10EB88D86C}" type="pres">
      <dgm:prSet presAssocID="{9AB939DC-C80A-4071-815B-A9BC9F7693A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49E7EA01-3B0B-40D4-BE84-E65A5E4AC76C}" type="pres">
      <dgm:prSet presAssocID="{9AB939DC-C80A-4071-815B-A9BC9F7693A2}" presName="spaceRect" presStyleCnt="0"/>
      <dgm:spPr/>
    </dgm:pt>
    <dgm:pt modelId="{DF9D179C-8246-4FBC-85B4-4E7753A345D6}" type="pres">
      <dgm:prSet presAssocID="{9AB939DC-C80A-4071-815B-A9BC9F7693A2}" presName="parTx" presStyleLbl="revTx" presStyleIdx="1" presStyleCnt="5">
        <dgm:presLayoutVars>
          <dgm:chMax val="0"/>
          <dgm:chPref val="0"/>
        </dgm:presLayoutVars>
      </dgm:prSet>
      <dgm:spPr/>
    </dgm:pt>
    <dgm:pt modelId="{71E6A233-83D8-41A4-802E-6449E52DDD35}" type="pres">
      <dgm:prSet presAssocID="{3BC037B9-861A-4564-802C-193452F5F25E}" presName="sibTrans" presStyleCnt="0"/>
      <dgm:spPr/>
    </dgm:pt>
    <dgm:pt modelId="{B77005FB-BB7E-448C-9FE8-FC6EBBDF97C7}" type="pres">
      <dgm:prSet presAssocID="{0FD72ECA-8DEB-4B21-BC4E-8EA00FB8470A}" presName="compNode" presStyleCnt="0"/>
      <dgm:spPr/>
    </dgm:pt>
    <dgm:pt modelId="{1E933DF1-6D59-4E5F-ADD5-FD7CFA4BFD4C}" type="pres">
      <dgm:prSet presAssocID="{0FD72ECA-8DEB-4B21-BC4E-8EA00FB8470A}" presName="bgRect" presStyleLbl="bgShp" presStyleIdx="2" presStyleCnt="5"/>
      <dgm:spPr/>
    </dgm:pt>
    <dgm:pt modelId="{36247A18-3CBE-4707-8DD5-29CC9ACB271D}" type="pres">
      <dgm:prSet presAssocID="{0FD72ECA-8DEB-4B21-BC4E-8EA00FB8470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B6973869-555E-4EB3-B8F0-5B26418EE593}" type="pres">
      <dgm:prSet presAssocID="{0FD72ECA-8DEB-4B21-BC4E-8EA00FB8470A}" presName="spaceRect" presStyleCnt="0"/>
      <dgm:spPr/>
    </dgm:pt>
    <dgm:pt modelId="{9487B9EC-1D77-4AFA-A0B9-E2E4E9F5B805}" type="pres">
      <dgm:prSet presAssocID="{0FD72ECA-8DEB-4B21-BC4E-8EA00FB8470A}" presName="parTx" presStyleLbl="revTx" presStyleIdx="2" presStyleCnt="5">
        <dgm:presLayoutVars>
          <dgm:chMax val="0"/>
          <dgm:chPref val="0"/>
        </dgm:presLayoutVars>
      </dgm:prSet>
      <dgm:spPr/>
    </dgm:pt>
    <dgm:pt modelId="{8FA9AC09-120C-44DD-B527-A89CCBCBFC09}" type="pres">
      <dgm:prSet presAssocID="{1AB8E8C9-F3E3-4DCC-8093-3317DFEC89C3}" presName="sibTrans" presStyleCnt="0"/>
      <dgm:spPr/>
    </dgm:pt>
    <dgm:pt modelId="{A49388AD-D107-482C-B6EB-2075829D10CF}" type="pres">
      <dgm:prSet presAssocID="{4443B4FD-E21C-489F-955C-654316707B3D}" presName="compNode" presStyleCnt="0"/>
      <dgm:spPr/>
    </dgm:pt>
    <dgm:pt modelId="{41D506D6-1042-493F-84FF-749CFE34037D}" type="pres">
      <dgm:prSet presAssocID="{4443B4FD-E21C-489F-955C-654316707B3D}" presName="bgRect" presStyleLbl="bgShp" presStyleIdx="3" presStyleCnt="5"/>
      <dgm:spPr/>
    </dgm:pt>
    <dgm:pt modelId="{01FAA473-4DC9-4C2B-BFA5-28EF391C90C2}" type="pres">
      <dgm:prSet presAssocID="{4443B4FD-E21C-489F-955C-654316707B3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CD5E9D4-A5A3-418F-8436-8D96FFD32E2C}" type="pres">
      <dgm:prSet presAssocID="{4443B4FD-E21C-489F-955C-654316707B3D}" presName="spaceRect" presStyleCnt="0"/>
      <dgm:spPr/>
    </dgm:pt>
    <dgm:pt modelId="{CB374FDC-17FC-40AE-9D61-36B4FBDA8000}" type="pres">
      <dgm:prSet presAssocID="{4443B4FD-E21C-489F-955C-654316707B3D}" presName="parTx" presStyleLbl="revTx" presStyleIdx="3" presStyleCnt="5">
        <dgm:presLayoutVars>
          <dgm:chMax val="0"/>
          <dgm:chPref val="0"/>
        </dgm:presLayoutVars>
      </dgm:prSet>
      <dgm:spPr/>
    </dgm:pt>
    <dgm:pt modelId="{68D58BD1-B725-4FB6-83F8-3C66CB8B2D5E}" type="pres">
      <dgm:prSet presAssocID="{8D6C34B3-504B-49A9-A045-F0B5FAE96038}" presName="sibTrans" presStyleCnt="0"/>
      <dgm:spPr/>
    </dgm:pt>
    <dgm:pt modelId="{41152E99-EA52-4E51-BC50-74BAE7A3A610}" type="pres">
      <dgm:prSet presAssocID="{25A3E5C2-849A-43E4-A931-4CE897B1C97A}" presName="compNode" presStyleCnt="0"/>
      <dgm:spPr/>
    </dgm:pt>
    <dgm:pt modelId="{F389FB50-5AFC-4B84-8330-8454272E6F17}" type="pres">
      <dgm:prSet presAssocID="{25A3E5C2-849A-43E4-A931-4CE897B1C97A}" presName="bgRect" presStyleLbl="bgShp" presStyleIdx="4" presStyleCnt="5"/>
      <dgm:spPr/>
    </dgm:pt>
    <dgm:pt modelId="{A9F1D0C4-FB65-4FC1-8DAD-0F28EE332B4B}" type="pres">
      <dgm:prSet presAssocID="{25A3E5C2-849A-43E4-A931-4CE897B1C97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DBAEA1CD-6668-4F13-8060-22E214428C2A}" type="pres">
      <dgm:prSet presAssocID="{25A3E5C2-849A-43E4-A931-4CE897B1C97A}" presName="spaceRect" presStyleCnt="0"/>
      <dgm:spPr/>
    </dgm:pt>
    <dgm:pt modelId="{F8A2B6E9-3EBA-4DC7-85A7-19138814B818}" type="pres">
      <dgm:prSet presAssocID="{25A3E5C2-849A-43E4-A931-4CE897B1C97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E8C0403-F689-47E0-A613-03AFB911D99E}" srcId="{1A82194E-585D-4F91-907E-C03F7189DFDE}" destId="{25A3E5C2-849A-43E4-A931-4CE897B1C97A}" srcOrd="4" destOrd="0" parTransId="{AECC6633-2D6B-4B2A-8495-8DFE162D1C7B}" sibTransId="{9A084F23-E614-4EB3-AA99-98C88FFA05E6}"/>
    <dgm:cxn modelId="{F2218309-69F2-4750-AF61-625C52EFAE60}" type="presOf" srcId="{0FD72ECA-8DEB-4B21-BC4E-8EA00FB8470A}" destId="{9487B9EC-1D77-4AFA-A0B9-E2E4E9F5B805}" srcOrd="0" destOrd="0" presId="urn:microsoft.com/office/officeart/2018/2/layout/IconVerticalSolidList"/>
    <dgm:cxn modelId="{3840340D-B759-4B74-A4DA-12DA72A9CE4C}" srcId="{1A82194E-585D-4F91-907E-C03F7189DFDE}" destId="{F47A4DDC-0119-4992-89A5-5F4F8319A3EA}" srcOrd="0" destOrd="0" parTransId="{8D3A8A76-544D-4295-A92D-ABE8105ECCCB}" sibTransId="{46D913A8-9ED2-446C-94A9-65EDF417ABCD}"/>
    <dgm:cxn modelId="{163CB73A-64CB-4513-B06B-55699C8353B1}" type="presOf" srcId="{1A82194E-585D-4F91-907E-C03F7189DFDE}" destId="{4583B984-C1B3-4F1F-827C-1A1C0B6DB386}" srcOrd="0" destOrd="0" presId="urn:microsoft.com/office/officeart/2018/2/layout/IconVerticalSolidList"/>
    <dgm:cxn modelId="{209AB756-1C82-4E1A-AB3F-A3C60F9A7587}" type="presOf" srcId="{25A3E5C2-849A-43E4-A931-4CE897B1C97A}" destId="{F8A2B6E9-3EBA-4DC7-85A7-19138814B818}" srcOrd="0" destOrd="0" presId="urn:microsoft.com/office/officeart/2018/2/layout/IconVerticalSolidList"/>
    <dgm:cxn modelId="{62E2C17E-AFE2-42F5-A778-A3709DC73B4D}" type="presOf" srcId="{F47A4DDC-0119-4992-89A5-5F4F8319A3EA}" destId="{74C7D7E6-B033-4A51-9B85-204C3163EC86}" srcOrd="0" destOrd="0" presId="urn:microsoft.com/office/officeart/2018/2/layout/IconVerticalSolidList"/>
    <dgm:cxn modelId="{DA6BD98D-C862-408C-A4E1-19B493E7102C}" type="presOf" srcId="{4443B4FD-E21C-489F-955C-654316707B3D}" destId="{CB374FDC-17FC-40AE-9D61-36B4FBDA8000}" srcOrd="0" destOrd="0" presId="urn:microsoft.com/office/officeart/2018/2/layout/IconVerticalSolidList"/>
    <dgm:cxn modelId="{A036AE8F-D632-4ADA-B37F-300FB0C2D337}" type="presOf" srcId="{9AB939DC-C80A-4071-815B-A9BC9F7693A2}" destId="{DF9D179C-8246-4FBC-85B4-4E7753A345D6}" srcOrd="0" destOrd="0" presId="urn:microsoft.com/office/officeart/2018/2/layout/IconVerticalSolidList"/>
    <dgm:cxn modelId="{DE1F47A7-A558-4922-97B8-A37EC97CCD1F}" srcId="{1A82194E-585D-4F91-907E-C03F7189DFDE}" destId="{0FD72ECA-8DEB-4B21-BC4E-8EA00FB8470A}" srcOrd="2" destOrd="0" parTransId="{0213D467-5CBC-4AFF-8171-EA7C5C7B326A}" sibTransId="{1AB8E8C9-F3E3-4DCC-8093-3317DFEC89C3}"/>
    <dgm:cxn modelId="{4CA5D2B3-FB91-4252-8BC3-9EC4CDAEC6D7}" srcId="{1A82194E-585D-4F91-907E-C03F7189DFDE}" destId="{4443B4FD-E21C-489F-955C-654316707B3D}" srcOrd="3" destOrd="0" parTransId="{96BBA45A-0D5B-4BDC-896B-20A682329AD9}" sibTransId="{8D6C34B3-504B-49A9-A045-F0B5FAE96038}"/>
    <dgm:cxn modelId="{DD77C8DA-174A-46D5-B99F-B72C516B7E0E}" srcId="{1A82194E-585D-4F91-907E-C03F7189DFDE}" destId="{9AB939DC-C80A-4071-815B-A9BC9F7693A2}" srcOrd="1" destOrd="0" parTransId="{F7ACC4A1-DB6C-4AD5-9686-D32B4A0845BF}" sibTransId="{3BC037B9-861A-4564-802C-193452F5F25E}"/>
    <dgm:cxn modelId="{6EC3DC81-CCEB-499E-B95D-D964566F7C1F}" type="presParOf" srcId="{4583B984-C1B3-4F1F-827C-1A1C0B6DB386}" destId="{024FB2F8-FACA-4765-BA14-9C249878E4BD}" srcOrd="0" destOrd="0" presId="urn:microsoft.com/office/officeart/2018/2/layout/IconVerticalSolidList"/>
    <dgm:cxn modelId="{B34CB787-E208-4507-B1F2-4211B85A7067}" type="presParOf" srcId="{024FB2F8-FACA-4765-BA14-9C249878E4BD}" destId="{E106CFCB-272A-4BC9-A830-28B6F769BDF3}" srcOrd="0" destOrd="0" presId="urn:microsoft.com/office/officeart/2018/2/layout/IconVerticalSolidList"/>
    <dgm:cxn modelId="{9E3165CD-4EE9-4A5B-9827-EE077767072F}" type="presParOf" srcId="{024FB2F8-FACA-4765-BA14-9C249878E4BD}" destId="{2EB459C0-5A51-4FAF-A079-B0E85C56DA92}" srcOrd="1" destOrd="0" presId="urn:microsoft.com/office/officeart/2018/2/layout/IconVerticalSolidList"/>
    <dgm:cxn modelId="{5172A346-75E7-467D-8A09-FBD1F8F623E1}" type="presParOf" srcId="{024FB2F8-FACA-4765-BA14-9C249878E4BD}" destId="{1EE8D332-3242-48CB-9053-AD904CE9EB90}" srcOrd="2" destOrd="0" presId="urn:microsoft.com/office/officeart/2018/2/layout/IconVerticalSolidList"/>
    <dgm:cxn modelId="{63CA84D7-1775-457D-9F1F-C48DA6E9515C}" type="presParOf" srcId="{024FB2F8-FACA-4765-BA14-9C249878E4BD}" destId="{74C7D7E6-B033-4A51-9B85-204C3163EC86}" srcOrd="3" destOrd="0" presId="urn:microsoft.com/office/officeart/2018/2/layout/IconVerticalSolidList"/>
    <dgm:cxn modelId="{E93D4B15-3E08-43B3-B5DC-35FB6982A0C3}" type="presParOf" srcId="{4583B984-C1B3-4F1F-827C-1A1C0B6DB386}" destId="{9EB75387-A6D8-4D81-A0B7-A93190077007}" srcOrd="1" destOrd="0" presId="urn:microsoft.com/office/officeart/2018/2/layout/IconVerticalSolidList"/>
    <dgm:cxn modelId="{375A9FEF-25C1-4289-A8D3-829A6E31C7F8}" type="presParOf" srcId="{4583B984-C1B3-4F1F-827C-1A1C0B6DB386}" destId="{E7AF8A12-5243-4B64-B78B-FE66DD54EB77}" srcOrd="2" destOrd="0" presId="urn:microsoft.com/office/officeart/2018/2/layout/IconVerticalSolidList"/>
    <dgm:cxn modelId="{83482DB6-9588-448E-A5FC-650561C1D3E1}" type="presParOf" srcId="{E7AF8A12-5243-4B64-B78B-FE66DD54EB77}" destId="{086D717C-5F60-4183-A054-F63802E0481C}" srcOrd="0" destOrd="0" presId="urn:microsoft.com/office/officeart/2018/2/layout/IconVerticalSolidList"/>
    <dgm:cxn modelId="{1A90B774-3107-4FEC-9C0C-515D2A201FAE}" type="presParOf" srcId="{E7AF8A12-5243-4B64-B78B-FE66DD54EB77}" destId="{1DC86BEA-F325-47AA-A5D8-7A10EB88D86C}" srcOrd="1" destOrd="0" presId="urn:microsoft.com/office/officeart/2018/2/layout/IconVerticalSolidList"/>
    <dgm:cxn modelId="{1769EE2D-D8B3-4FA4-AE91-FBA57F6FBD8D}" type="presParOf" srcId="{E7AF8A12-5243-4B64-B78B-FE66DD54EB77}" destId="{49E7EA01-3B0B-40D4-BE84-E65A5E4AC76C}" srcOrd="2" destOrd="0" presId="urn:microsoft.com/office/officeart/2018/2/layout/IconVerticalSolidList"/>
    <dgm:cxn modelId="{342BD44E-D595-4223-BFA1-3C0D0AC9BF37}" type="presParOf" srcId="{E7AF8A12-5243-4B64-B78B-FE66DD54EB77}" destId="{DF9D179C-8246-4FBC-85B4-4E7753A345D6}" srcOrd="3" destOrd="0" presId="urn:microsoft.com/office/officeart/2018/2/layout/IconVerticalSolidList"/>
    <dgm:cxn modelId="{4621A71C-ACC0-45F7-9C73-9DF4C0DB5A11}" type="presParOf" srcId="{4583B984-C1B3-4F1F-827C-1A1C0B6DB386}" destId="{71E6A233-83D8-41A4-802E-6449E52DDD35}" srcOrd="3" destOrd="0" presId="urn:microsoft.com/office/officeart/2018/2/layout/IconVerticalSolidList"/>
    <dgm:cxn modelId="{42400270-AFAA-4499-817E-1D5DEA1B0B89}" type="presParOf" srcId="{4583B984-C1B3-4F1F-827C-1A1C0B6DB386}" destId="{B77005FB-BB7E-448C-9FE8-FC6EBBDF97C7}" srcOrd="4" destOrd="0" presId="urn:microsoft.com/office/officeart/2018/2/layout/IconVerticalSolidList"/>
    <dgm:cxn modelId="{EA104E15-0AA1-4ADB-84B3-CB51C3D004EC}" type="presParOf" srcId="{B77005FB-BB7E-448C-9FE8-FC6EBBDF97C7}" destId="{1E933DF1-6D59-4E5F-ADD5-FD7CFA4BFD4C}" srcOrd="0" destOrd="0" presId="urn:microsoft.com/office/officeart/2018/2/layout/IconVerticalSolidList"/>
    <dgm:cxn modelId="{0EE08B2E-D72B-4DD9-9655-371E0FB2D589}" type="presParOf" srcId="{B77005FB-BB7E-448C-9FE8-FC6EBBDF97C7}" destId="{36247A18-3CBE-4707-8DD5-29CC9ACB271D}" srcOrd="1" destOrd="0" presId="urn:microsoft.com/office/officeart/2018/2/layout/IconVerticalSolidList"/>
    <dgm:cxn modelId="{EE642794-7006-4329-A0DF-BEBA95D4CAE1}" type="presParOf" srcId="{B77005FB-BB7E-448C-9FE8-FC6EBBDF97C7}" destId="{B6973869-555E-4EB3-B8F0-5B26418EE593}" srcOrd="2" destOrd="0" presId="urn:microsoft.com/office/officeart/2018/2/layout/IconVerticalSolidList"/>
    <dgm:cxn modelId="{9E1F3C00-F0A6-4988-B9D5-C5DF6792859A}" type="presParOf" srcId="{B77005FB-BB7E-448C-9FE8-FC6EBBDF97C7}" destId="{9487B9EC-1D77-4AFA-A0B9-E2E4E9F5B805}" srcOrd="3" destOrd="0" presId="urn:microsoft.com/office/officeart/2018/2/layout/IconVerticalSolidList"/>
    <dgm:cxn modelId="{8D9E9375-F78A-4DFE-BD2D-A552948D7FDA}" type="presParOf" srcId="{4583B984-C1B3-4F1F-827C-1A1C0B6DB386}" destId="{8FA9AC09-120C-44DD-B527-A89CCBCBFC09}" srcOrd="5" destOrd="0" presId="urn:microsoft.com/office/officeart/2018/2/layout/IconVerticalSolidList"/>
    <dgm:cxn modelId="{0F826822-C487-43E6-8988-ECFAE0F6B211}" type="presParOf" srcId="{4583B984-C1B3-4F1F-827C-1A1C0B6DB386}" destId="{A49388AD-D107-482C-B6EB-2075829D10CF}" srcOrd="6" destOrd="0" presId="urn:microsoft.com/office/officeart/2018/2/layout/IconVerticalSolidList"/>
    <dgm:cxn modelId="{E6EDFD5C-8D84-4DFE-BF71-7F139CAA4FAB}" type="presParOf" srcId="{A49388AD-D107-482C-B6EB-2075829D10CF}" destId="{41D506D6-1042-493F-84FF-749CFE34037D}" srcOrd="0" destOrd="0" presId="urn:microsoft.com/office/officeart/2018/2/layout/IconVerticalSolidList"/>
    <dgm:cxn modelId="{9CA4B734-D8B2-4192-94FA-A48DCD1FF644}" type="presParOf" srcId="{A49388AD-D107-482C-B6EB-2075829D10CF}" destId="{01FAA473-4DC9-4C2B-BFA5-28EF391C90C2}" srcOrd="1" destOrd="0" presId="urn:microsoft.com/office/officeart/2018/2/layout/IconVerticalSolidList"/>
    <dgm:cxn modelId="{95850474-94D0-474D-BDCE-C4BCC5BB5D6F}" type="presParOf" srcId="{A49388AD-D107-482C-B6EB-2075829D10CF}" destId="{2CD5E9D4-A5A3-418F-8436-8D96FFD32E2C}" srcOrd="2" destOrd="0" presId="urn:microsoft.com/office/officeart/2018/2/layout/IconVerticalSolidList"/>
    <dgm:cxn modelId="{A444DCF0-8075-4B8E-BE73-EADBDD2889CA}" type="presParOf" srcId="{A49388AD-D107-482C-B6EB-2075829D10CF}" destId="{CB374FDC-17FC-40AE-9D61-36B4FBDA8000}" srcOrd="3" destOrd="0" presId="urn:microsoft.com/office/officeart/2018/2/layout/IconVerticalSolidList"/>
    <dgm:cxn modelId="{07E0256E-5010-4DCF-823E-706440C606C6}" type="presParOf" srcId="{4583B984-C1B3-4F1F-827C-1A1C0B6DB386}" destId="{68D58BD1-B725-4FB6-83F8-3C66CB8B2D5E}" srcOrd="7" destOrd="0" presId="urn:microsoft.com/office/officeart/2018/2/layout/IconVerticalSolidList"/>
    <dgm:cxn modelId="{44F02CC6-B7FF-4F29-8836-61F39E9657A7}" type="presParOf" srcId="{4583B984-C1B3-4F1F-827C-1A1C0B6DB386}" destId="{41152E99-EA52-4E51-BC50-74BAE7A3A610}" srcOrd="8" destOrd="0" presId="urn:microsoft.com/office/officeart/2018/2/layout/IconVerticalSolidList"/>
    <dgm:cxn modelId="{605EC426-4E0C-4FFD-BB6C-AF3F82C12E62}" type="presParOf" srcId="{41152E99-EA52-4E51-BC50-74BAE7A3A610}" destId="{F389FB50-5AFC-4B84-8330-8454272E6F17}" srcOrd="0" destOrd="0" presId="urn:microsoft.com/office/officeart/2018/2/layout/IconVerticalSolidList"/>
    <dgm:cxn modelId="{1D3C9D20-E08B-46A3-A029-4B378FB59A67}" type="presParOf" srcId="{41152E99-EA52-4E51-BC50-74BAE7A3A610}" destId="{A9F1D0C4-FB65-4FC1-8DAD-0F28EE332B4B}" srcOrd="1" destOrd="0" presId="urn:microsoft.com/office/officeart/2018/2/layout/IconVerticalSolidList"/>
    <dgm:cxn modelId="{EED39CF9-E210-4356-81CD-1521F239F09C}" type="presParOf" srcId="{41152E99-EA52-4E51-BC50-74BAE7A3A610}" destId="{DBAEA1CD-6668-4F13-8060-22E214428C2A}" srcOrd="2" destOrd="0" presId="urn:microsoft.com/office/officeart/2018/2/layout/IconVerticalSolidList"/>
    <dgm:cxn modelId="{2D75EE7D-7A01-4E0C-A98E-39534CECCFD1}" type="presParOf" srcId="{41152E99-EA52-4E51-BC50-74BAE7A3A610}" destId="{F8A2B6E9-3EBA-4DC7-85A7-19138814B8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32619F5-49D7-43E5-89BF-D5518F70384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8AD3EE-EF45-466E-8574-20E0B7147B55}">
      <dgm:prSet/>
      <dgm:spPr/>
      <dgm:t>
        <a:bodyPr/>
        <a:lstStyle/>
        <a:p>
          <a:r>
            <a:rPr lang="en-US"/>
            <a:t>• Core Skills Gained: Backend Cloud integration, responsive web layouts, database normalization.</a:t>
          </a:r>
        </a:p>
      </dgm:t>
    </dgm:pt>
    <dgm:pt modelId="{8803E00C-2355-4DD6-838B-9C7BA9C617A3}" type="parTrans" cxnId="{C6DFF782-4710-4678-9D06-A2EA45F46B0D}">
      <dgm:prSet/>
      <dgm:spPr/>
      <dgm:t>
        <a:bodyPr/>
        <a:lstStyle/>
        <a:p>
          <a:endParaRPr lang="en-US"/>
        </a:p>
      </dgm:t>
    </dgm:pt>
    <dgm:pt modelId="{2F201250-A8BB-4548-A893-E7B3E80DD40C}" type="sibTrans" cxnId="{C6DFF782-4710-4678-9D06-A2EA45F46B0D}">
      <dgm:prSet/>
      <dgm:spPr/>
      <dgm:t>
        <a:bodyPr/>
        <a:lstStyle/>
        <a:p>
          <a:endParaRPr lang="en-US"/>
        </a:p>
      </dgm:t>
    </dgm:pt>
    <dgm:pt modelId="{3BBB56C3-BE70-4EAA-87FC-0BA490BFA700}">
      <dgm:prSet/>
      <dgm:spPr/>
      <dgm:t>
        <a:bodyPr/>
        <a:lstStyle/>
        <a:p>
          <a:r>
            <a:rPr lang="en-US"/>
            <a:t>• Technical Challenge: Handling database relational mismatches when offline local storage users tried checking out on a live Supabase database instance.</a:t>
          </a:r>
        </a:p>
      </dgm:t>
    </dgm:pt>
    <dgm:pt modelId="{2BA35866-D134-4290-AE48-834D220A50B8}" type="parTrans" cxnId="{895D1A73-8678-40B1-8E72-0E92E8280EE2}">
      <dgm:prSet/>
      <dgm:spPr/>
      <dgm:t>
        <a:bodyPr/>
        <a:lstStyle/>
        <a:p>
          <a:endParaRPr lang="en-US"/>
        </a:p>
      </dgm:t>
    </dgm:pt>
    <dgm:pt modelId="{960EACF5-19D1-40C7-A9D4-F5D4D56EB3D8}" type="sibTrans" cxnId="{895D1A73-8678-40B1-8E72-0E92E8280EE2}">
      <dgm:prSet/>
      <dgm:spPr/>
      <dgm:t>
        <a:bodyPr/>
        <a:lstStyle/>
        <a:p>
          <a:endParaRPr lang="en-US"/>
        </a:p>
      </dgm:t>
    </dgm:pt>
    <dgm:pt modelId="{6CA8B168-BF29-48B0-86AB-F7072DA7A3E3}">
      <dgm:prSet/>
      <dgm:spPr/>
      <dgm:t>
        <a:bodyPr/>
        <a:lstStyle/>
        <a:p>
          <a:r>
            <a:rPr lang="en-US"/>
            <a:t>• Solution: Coded robust validations checking for customer registration status before permitting checkouts.</a:t>
          </a:r>
        </a:p>
      </dgm:t>
    </dgm:pt>
    <dgm:pt modelId="{309E45D0-014E-4CAB-91CD-991E3AADF9FA}" type="parTrans" cxnId="{6EE407E7-7CAE-497F-A621-304EB16E6AAD}">
      <dgm:prSet/>
      <dgm:spPr/>
      <dgm:t>
        <a:bodyPr/>
        <a:lstStyle/>
        <a:p>
          <a:endParaRPr lang="en-US"/>
        </a:p>
      </dgm:t>
    </dgm:pt>
    <dgm:pt modelId="{82056EB9-0545-4F70-A844-72073B22394B}" type="sibTrans" cxnId="{6EE407E7-7CAE-497F-A621-304EB16E6AAD}">
      <dgm:prSet/>
      <dgm:spPr/>
      <dgm:t>
        <a:bodyPr/>
        <a:lstStyle/>
        <a:p>
          <a:endParaRPr lang="en-US"/>
        </a:p>
      </dgm:t>
    </dgm:pt>
    <dgm:pt modelId="{4D80D472-29FF-4BBC-A57B-EEFCF663883A}">
      <dgm:prSet/>
      <dgm:spPr/>
      <dgm:t>
        <a:bodyPr/>
        <a:lstStyle/>
        <a:p>
          <a:r>
            <a:rPr lang="en-US"/>
            <a:t>• Learning Outcome: Learned full-stack C2C application lifecycle deployment and offline resilience design.</a:t>
          </a:r>
        </a:p>
      </dgm:t>
    </dgm:pt>
    <dgm:pt modelId="{0EA8DD0D-C34E-464D-904D-0825F9E46D1A}" type="parTrans" cxnId="{CEFBB9EA-6A82-410B-9CBF-8DE7B599E2FF}">
      <dgm:prSet/>
      <dgm:spPr/>
      <dgm:t>
        <a:bodyPr/>
        <a:lstStyle/>
        <a:p>
          <a:endParaRPr lang="en-US"/>
        </a:p>
      </dgm:t>
    </dgm:pt>
    <dgm:pt modelId="{2B371820-4122-4517-9A26-CCA34BAE6693}" type="sibTrans" cxnId="{CEFBB9EA-6A82-410B-9CBF-8DE7B599E2FF}">
      <dgm:prSet/>
      <dgm:spPr/>
      <dgm:t>
        <a:bodyPr/>
        <a:lstStyle/>
        <a:p>
          <a:endParaRPr lang="en-US"/>
        </a:p>
      </dgm:t>
    </dgm:pt>
    <dgm:pt modelId="{A96AEB7B-D5D3-48D3-B08B-EDAC16D9B246}" type="pres">
      <dgm:prSet presAssocID="{132619F5-49D7-43E5-89BF-D5518F70384B}" presName="linear" presStyleCnt="0">
        <dgm:presLayoutVars>
          <dgm:animLvl val="lvl"/>
          <dgm:resizeHandles val="exact"/>
        </dgm:presLayoutVars>
      </dgm:prSet>
      <dgm:spPr/>
    </dgm:pt>
    <dgm:pt modelId="{E6004562-A9FB-4506-9B1F-590BE73C3D92}" type="pres">
      <dgm:prSet presAssocID="{FC8AD3EE-EF45-466E-8574-20E0B7147B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313EEB-359B-4DC2-9BC4-3BDA73097E3C}" type="pres">
      <dgm:prSet presAssocID="{2F201250-A8BB-4548-A893-E7B3E80DD40C}" presName="spacer" presStyleCnt="0"/>
      <dgm:spPr/>
    </dgm:pt>
    <dgm:pt modelId="{82E8C589-135D-4E7F-B761-05B9698B0480}" type="pres">
      <dgm:prSet presAssocID="{3BBB56C3-BE70-4EAA-87FC-0BA490BFA70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5CEFD0-7266-49B3-BED0-DA31610135BC}" type="pres">
      <dgm:prSet presAssocID="{960EACF5-19D1-40C7-A9D4-F5D4D56EB3D8}" presName="spacer" presStyleCnt="0"/>
      <dgm:spPr/>
    </dgm:pt>
    <dgm:pt modelId="{825FCC75-2729-4227-818C-7DEAC588F082}" type="pres">
      <dgm:prSet presAssocID="{6CA8B168-BF29-48B0-86AB-F7072DA7A3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778E51-C41F-491E-ADE4-D611E5B5A4DD}" type="pres">
      <dgm:prSet presAssocID="{82056EB9-0545-4F70-A844-72073B22394B}" presName="spacer" presStyleCnt="0"/>
      <dgm:spPr/>
    </dgm:pt>
    <dgm:pt modelId="{070439DF-A5F4-4FEA-9BAA-E57C74C1FAD1}" type="pres">
      <dgm:prSet presAssocID="{4D80D472-29FF-4BBC-A57B-EEFCF66388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5DE818-949B-437A-BD2A-A112E7E4CFD8}" type="presOf" srcId="{4D80D472-29FF-4BBC-A57B-EEFCF663883A}" destId="{070439DF-A5F4-4FEA-9BAA-E57C74C1FAD1}" srcOrd="0" destOrd="0" presId="urn:microsoft.com/office/officeart/2005/8/layout/vList2"/>
    <dgm:cxn modelId="{D3F1E845-0664-4EA4-8DDA-D2D8CCEA4183}" type="presOf" srcId="{132619F5-49D7-43E5-89BF-D5518F70384B}" destId="{A96AEB7B-D5D3-48D3-B08B-EDAC16D9B246}" srcOrd="0" destOrd="0" presId="urn:microsoft.com/office/officeart/2005/8/layout/vList2"/>
    <dgm:cxn modelId="{895D1A73-8678-40B1-8E72-0E92E8280EE2}" srcId="{132619F5-49D7-43E5-89BF-D5518F70384B}" destId="{3BBB56C3-BE70-4EAA-87FC-0BA490BFA700}" srcOrd="1" destOrd="0" parTransId="{2BA35866-D134-4290-AE48-834D220A50B8}" sibTransId="{960EACF5-19D1-40C7-A9D4-F5D4D56EB3D8}"/>
    <dgm:cxn modelId="{C6DFF782-4710-4678-9D06-A2EA45F46B0D}" srcId="{132619F5-49D7-43E5-89BF-D5518F70384B}" destId="{FC8AD3EE-EF45-466E-8574-20E0B7147B55}" srcOrd="0" destOrd="0" parTransId="{8803E00C-2355-4DD6-838B-9C7BA9C617A3}" sibTransId="{2F201250-A8BB-4548-A893-E7B3E80DD40C}"/>
    <dgm:cxn modelId="{A3DE909A-9252-4B25-A725-A1B03FB612FA}" type="presOf" srcId="{3BBB56C3-BE70-4EAA-87FC-0BA490BFA700}" destId="{82E8C589-135D-4E7F-B761-05B9698B0480}" srcOrd="0" destOrd="0" presId="urn:microsoft.com/office/officeart/2005/8/layout/vList2"/>
    <dgm:cxn modelId="{6EE407E7-7CAE-497F-A621-304EB16E6AAD}" srcId="{132619F5-49D7-43E5-89BF-D5518F70384B}" destId="{6CA8B168-BF29-48B0-86AB-F7072DA7A3E3}" srcOrd="2" destOrd="0" parTransId="{309E45D0-014E-4CAB-91CD-991E3AADF9FA}" sibTransId="{82056EB9-0545-4F70-A844-72073B22394B}"/>
    <dgm:cxn modelId="{CEFBB9EA-6A82-410B-9CBF-8DE7B599E2FF}" srcId="{132619F5-49D7-43E5-89BF-D5518F70384B}" destId="{4D80D472-29FF-4BBC-A57B-EEFCF663883A}" srcOrd="3" destOrd="0" parTransId="{0EA8DD0D-C34E-464D-904D-0825F9E46D1A}" sibTransId="{2B371820-4122-4517-9A26-CCA34BAE6693}"/>
    <dgm:cxn modelId="{0D476CF8-E6B8-406D-9CC5-74143E5A2732}" type="presOf" srcId="{6CA8B168-BF29-48B0-86AB-F7072DA7A3E3}" destId="{825FCC75-2729-4227-818C-7DEAC588F082}" srcOrd="0" destOrd="0" presId="urn:microsoft.com/office/officeart/2005/8/layout/vList2"/>
    <dgm:cxn modelId="{C2C1EBFE-DA33-41D4-AD37-9B7D91DCFEAE}" type="presOf" srcId="{FC8AD3EE-EF45-466E-8574-20E0B7147B55}" destId="{E6004562-A9FB-4506-9B1F-590BE73C3D92}" srcOrd="0" destOrd="0" presId="urn:microsoft.com/office/officeart/2005/8/layout/vList2"/>
    <dgm:cxn modelId="{B9EA9775-DA3A-4948-A14F-4A5C03434BCA}" type="presParOf" srcId="{A96AEB7B-D5D3-48D3-B08B-EDAC16D9B246}" destId="{E6004562-A9FB-4506-9B1F-590BE73C3D92}" srcOrd="0" destOrd="0" presId="urn:microsoft.com/office/officeart/2005/8/layout/vList2"/>
    <dgm:cxn modelId="{F38AC472-E17D-4330-ADB5-2AC3FAD2B715}" type="presParOf" srcId="{A96AEB7B-D5D3-48D3-B08B-EDAC16D9B246}" destId="{59313EEB-359B-4DC2-9BC4-3BDA73097E3C}" srcOrd="1" destOrd="0" presId="urn:microsoft.com/office/officeart/2005/8/layout/vList2"/>
    <dgm:cxn modelId="{3C23459D-3182-4760-A83C-0EBCB5C2B453}" type="presParOf" srcId="{A96AEB7B-D5D3-48D3-B08B-EDAC16D9B246}" destId="{82E8C589-135D-4E7F-B761-05B9698B0480}" srcOrd="2" destOrd="0" presId="urn:microsoft.com/office/officeart/2005/8/layout/vList2"/>
    <dgm:cxn modelId="{50F17B3E-F6C3-4E0B-9D43-EF60FB07A7BC}" type="presParOf" srcId="{A96AEB7B-D5D3-48D3-B08B-EDAC16D9B246}" destId="{395CEFD0-7266-49B3-BED0-DA31610135BC}" srcOrd="3" destOrd="0" presId="urn:microsoft.com/office/officeart/2005/8/layout/vList2"/>
    <dgm:cxn modelId="{856B907D-F957-448D-A22C-7DD753372962}" type="presParOf" srcId="{A96AEB7B-D5D3-48D3-B08B-EDAC16D9B246}" destId="{825FCC75-2729-4227-818C-7DEAC588F082}" srcOrd="4" destOrd="0" presId="urn:microsoft.com/office/officeart/2005/8/layout/vList2"/>
    <dgm:cxn modelId="{E1D729FE-A1FF-499E-AF4C-3C1070BD1BCF}" type="presParOf" srcId="{A96AEB7B-D5D3-48D3-B08B-EDAC16D9B246}" destId="{04778E51-C41F-491E-ADE4-D611E5B5A4DD}" srcOrd="5" destOrd="0" presId="urn:microsoft.com/office/officeart/2005/8/layout/vList2"/>
    <dgm:cxn modelId="{4ADA5EF2-6ADB-49EA-BB6F-1F16797E4040}" type="presParOf" srcId="{A96AEB7B-D5D3-48D3-B08B-EDAC16D9B246}" destId="{070439DF-A5F4-4FEA-9BAA-E57C74C1FA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0D154-1DE7-4E3D-BC4F-437C57AC77B0}">
      <dsp:nvSpPr>
        <dsp:cNvPr id="0" name=""/>
        <dsp:cNvSpPr/>
      </dsp:nvSpPr>
      <dsp:spPr>
        <a:xfrm>
          <a:off x="0" y="0"/>
          <a:ext cx="8094903" cy="7832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Middlemen Exploitation: Commission agents control traditional APMC mandis, taking over 60% of crop value.</a:t>
          </a:r>
        </a:p>
      </dsp:txBody>
      <dsp:txXfrm>
        <a:off x="22940" y="22940"/>
        <a:ext cx="7158087" cy="737360"/>
      </dsp:txXfrm>
    </dsp:sp>
    <dsp:sp modelId="{0E227D13-CA31-41EF-AE60-C1E90FD7B474}">
      <dsp:nvSpPr>
        <dsp:cNvPr id="0" name=""/>
        <dsp:cNvSpPr/>
      </dsp:nvSpPr>
      <dsp:spPr>
        <a:xfrm>
          <a:off x="604489" y="892024"/>
          <a:ext cx="8094903" cy="783240"/>
        </a:xfrm>
        <a:prstGeom prst="roundRect">
          <a:avLst>
            <a:gd name="adj" fmla="val 1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Low Farmer Revenue: Local growers struggle with low profit margins and delayed payments.</a:t>
          </a:r>
        </a:p>
      </dsp:txBody>
      <dsp:txXfrm>
        <a:off x="627429" y="914964"/>
        <a:ext cx="6935427" cy="737360"/>
      </dsp:txXfrm>
    </dsp:sp>
    <dsp:sp modelId="{9DAF0CA7-AE84-4BBE-9466-43A09F98C7DE}">
      <dsp:nvSpPr>
        <dsp:cNvPr id="0" name=""/>
        <dsp:cNvSpPr/>
      </dsp:nvSpPr>
      <dsp:spPr>
        <a:xfrm>
          <a:off x="1208979" y="1784048"/>
          <a:ext cx="8094903" cy="783240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Inflation for Buyers: Consumers pay high retail markups (~15% to 20% extra) for stale produce.</a:t>
          </a:r>
        </a:p>
      </dsp:txBody>
      <dsp:txXfrm>
        <a:off x="1231919" y="1806988"/>
        <a:ext cx="6935427" cy="737360"/>
      </dsp:txXfrm>
    </dsp:sp>
    <dsp:sp modelId="{3EE83AFF-AAB1-4CBB-8256-F3B3AA2970DA}">
      <dsp:nvSpPr>
        <dsp:cNvPr id="0" name=""/>
        <dsp:cNvSpPr/>
      </dsp:nvSpPr>
      <dsp:spPr>
        <a:xfrm>
          <a:off x="1813468" y="2676072"/>
          <a:ext cx="8094903" cy="783240"/>
        </a:xfrm>
        <a:prstGeom prst="roundRect">
          <a:avLst>
            <a:gd name="adj" fmla="val 1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Zero Traceability: No reliable way for consumers to check organic credentials or crop origins.</a:t>
          </a:r>
        </a:p>
      </dsp:txBody>
      <dsp:txXfrm>
        <a:off x="1836408" y="2699012"/>
        <a:ext cx="6935427" cy="737360"/>
      </dsp:txXfrm>
    </dsp:sp>
    <dsp:sp modelId="{94191739-F876-4F78-820D-609FAC7A4B5F}">
      <dsp:nvSpPr>
        <dsp:cNvPr id="0" name=""/>
        <dsp:cNvSpPr/>
      </dsp:nvSpPr>
      <dsp:spPr>
        <a:xfrm>
          <a:off x="2417958" y="3568097"/>
          <a:ext cx="8094903" cy="783240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Solution: Build a direct-trade platform bypassing all intermediaries.</a:t>
          </a:r>
        </a:p>
      </dsp:txBody>
      <dsp:txXfrm>
        <a:off x="2440898" y="3591037"/>
        <a:ext cx="6935427" cy="737360"/>
      </dsp:txXfrm>
    </dsp:sp>
    <dsp:sp modelId="{9A8651B7-4916-49AD-B5D2-4836E6E0DD8D}">
      <dsp:nvSpPr>
        <dsp:cNvPr id="0" name=""/>
        <dsp:cNvSpPr/>
      </dsp:nvSpPr>
      <dsp:spPr>
        <a:xfrm>
          <a:off x="7585797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0346" y="572200"/>
        <a:ext cx="280008" cy="383102"/>
      </dsp:txXfrm>
    </dsp:sp>
    <dsp:sp modelId="{27C61434-D5D3-43FF-B11B-26DF5749C91F}">
      <dsp:nvSpPr>
        <dsp:cNvPr id="0" name=""/>
        <dsp:cNvSpPr/>
      </dsp:nvSpPr>
      <dsp:spPr>
        <a:xfrm>
          <a:off x="8190286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4835" y="1464225"/>
        <a:ext cx="280008" cy="383102"/>
      </dsp:txXfrm>
    </dsp:sp>
    <dsp:sp modelId="{A8AE5F75-5F63-4572-BA96-3A02945E26E9}">
      <dsp:nvSpPr>
        <dsp:cNvPr id="0" name=""/>
        <dsp:cNvSpPr/>
      </dsp:nvSpPr>
      <dsp:spPr>
        <a:xfrm>
          <a:off x="8794776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09325" y="2343195"/>
        <a:ext cx="280008" cy="383102"/>
      </dsp:txXfrm>
    </dsp:sp>
    <dsp:sp modelId="{CC610DCB-CA25-401C-B30B-01A70B14E869}">
      <dsp:nvSpPr>
        <dsp:cNvPr id="0" name=""/>
        <dsp:cNvSpPr/>
      </dsp:nvSpPr>
      <dsp:spPr>
        <a:xfrm>
          <a:off x="9399265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3814" y="3243922"/>
        <a:ext cx="280008" cy="38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B40F7-635F-4C7B-8D3A-2D202D26E76B}">
      <dsp:nvSpPr>
        <dsp:cNvPr id="0" name=""/>
        <dsp:cNvSpPr/>
      </dsp:nvSpPr>
      <dsp:spPr>
        <a:xfrm>
          <a:off x="0" y="0"/>
          <a:ext cx="5437414" cy="8151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Project Nature: Self-initiated incubation project mentored by the Department of Computer Science.</a:t>
          </a:r>
        </a:p>
      </dsp:txBody>
      <dsp:txXfrm>
        <a:off x="23875" y="23875"/>
        <a:ext cx="4488926" cy="767397"/>
      </dsp:txXfrm>
    </dsp:sp>
    <dsp:sp modelId="{D1833870-67D8-452A-8052-9467AE5209FB}">
      <dsp:nvSpPr>
        <dsp:cNvPr id="0" name=""/>
        <dsp:cNvSpPr/>
      </dsp:nvSpPr>
      <dsp:spPr>
        <a:xfrm>
          <a:off x="455383" y="963356"/>
          <a:ext cx="5437414" cy="81514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Affiliation: Department of Computer Science, PSGR Krishnammal College for Women, Coimbatore.</a:t>
          </a:r>
        </a:p>
      </dsp:txBody>
      <dsp:txXfrm>
        <a:off x="479258" y="987231"/>
        <a:ext cx="4404434" cy="767397"/>
      </dsp:txXfrm>
    </dsp:sp>
    <dsp:sp modelId="{F93CE152-66BD-46C0-8DC3-85225BFDE1D3}">
      <dsp:nvSpPr>
        <dsp:cNvPr id="0" name=""/>
        <dsp:cNvSpPr/>
      </dsp:nvSpPr>
      <dsp:spPr>
        <a:xfrm>
          <a:off x="903970" y="1926712"/>
          <a:ext cx="5437414" cy="81514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Operational Scope: Empowering rural farmers via digital trading tools, localized systems, and transparency passports.</a:t>
          </a:r>
        </a:p>
      </dsp:txBody>
      <dsp:txXfrm>
        <a:off x="927845" y="1950587"/>
        <a:ext cx="4411231" cy="767397"/>
      </dsp:txXfrm>
    </dsp:sp>
    <dsp:sp modelId="{43928269-52EA-4DF2-92E0-91AAD820251E}">
      <dsp:nvSpPr>
        <dsp:cNvPr id="0" name=""/>
        <dsp:cNvSpPr/>
      </dsp:nvSpPr>
      <dsp:spPr>
        <a:xfrm>
          <a:off x="1359353" y="2890069"/>
          <a:ext cx="5437414" cy="81514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Core Vision: Bridging the digital divide for growers in Tamil Nadu, starting with Madurai &amp; Coimbatore agricultural grids.</a:t>
          </a:r>
        </a:p>
      </dsp:txBody>
      <dsp:txXfrm>
        <a:off x="1383228" y="2913944"/>
        <a:ext cx="4404434" cy="767397"/>
      </dsp:txXfrm>
    </dsp:sp>
    <dsp:sp modelId="{630FA7E9-2F7B-42A8-AFDB-E922F4CEEA0E}">
      <dsp:nvSpPr>
        <dsp:cNvPr id="0" name=""/>
        <dsp:cNvSpPr/>
      </dsp:nvSpPr>
      <dsp:spPr>
        <a:xfrm>
          <a:off x="4907568" y="624329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026783" y="624329"/>
        <a:ext cx="291416" cy="398709"/>
      </dsp:txXfrm>
    </dsp:sp>
    <dsp:sp modelId="{9998BF61-6CB1-4786-B113-A18F0AD8577E}">
      <dsp:nvSpPr>
        <dsp:cNvPr id="0" name=""/>
        <dsp:cNvSpPr/>
      </dsp:nvSpPr>
      <dsp:spPr>
        <a:xfrm>
          <a:off x="5362951" y="1587685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482166" y="1587685"/>
        <a:ext cx="291416" cy="398709"/>
      </dsp:txXfrm>
    </dsp:sp>
    <dsp:sp modelId="{215D7E9D-5063-4137-B058-4B09D49ECD19}">
      <dsp:nvSpPr>
        <dsp:cNvPr id="0" name=""/>
        <dsp:cNvSpPr/>
      </dsp:nvSpPr>
      <dsp:spPr>
        <a:xfrm>
          <a:off x="5811538" y="2551041"/>
          <a:ext cx="529846" cy="52984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930753" y="2551041"/>
        <a:ext cx="291416" cy="3987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1995E-BDC6-4713-9E29-7193DAC1F201}">
      <dsp:nvSpPr>
        <dsp:cNvPr id="0" name=""/>
        <dsp:cNvSpPr/>
      </dsp:nvSpPr>
      <dsp:spPr>
        <a:xfrm>
          <a:off x="1134" y="903327"/>
          <a:ext cx="2419727" cy="14518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Direct Trade Enablement: Establish a secure C2C marketplace grid connecting farmers and buyers directly.</a:t>
          </a:r>
        </a:p>
      </dsp:txBody>
      <dsp:txXfrm>
        <a:off x="43657" y="945850"/>
        <a:ext cx="2334681" cy="1366790"/>
      </dsp:txXfrm>
    </dsp:sp>
    <dsp:sp modelId="{DF854BEB-C0A2-494A-A5D2-4C9A51AE5F10}">
      <dsp:nvSpPr>
        <dsp:cNvPr id="0" name=""/>
        <dsp:cNvSpPr/>
      </dsp:nvSpPr>
      <dsp:spPr>
        <a:xfrm>
          <a:off x="2633798" y="1329199"/>
          <a:ext cx="512982" cy="6000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633798" y="1449217"/>
        <a:ext cx="359087" cy="360056"/>
      </dsp:txXfrm>
    </dsp:sp>
    <dsp:sp modelId="{6B363C2A-06C7-41BD-8000-3A5054248AE7}">
      <dsp:nvSpPr>
        <dsp:cNvPr id="0" name=""/>
        <dsp:cNvSpPr/>
      </dsp:nvSpPr>
      <dsp:spPr>
        <a:xfrm>
          <a:off x="3388752" y="903327"/>
          <a:ext cx="2419727" cy="14518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Language Inclusivity: Code a dynamic localization switcher supporting English and Tamil (தமிழ்).</a:t>
          </a:r>
        </a:p>
      </dsp:txBody>
      <dsp:txXfrm>
        <a:off x="3431275" y="945850"/>
        <a:ext cx="2334681" cy="1366790"/>
      </dsp:txXfrm>
    </dsp:sp>
    <dsp:sp modelId="{C4511CB6-2B4E-43E5-9DD8-F487C2A059E6}">
      <dsp:nvSpPr>
        <dsp:cNvPr id="0" name=""/>
        <dsp:cNvSpPr/>
      </dsp:nvSpPr>
      <dsp:spPr>
        <a:xfrm rot="5400000">
          <a:off x="4342125" y="2524544"/>
          <a:ext cx="512982" cy="6000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418589" y="2568099"/>
        <a:ext cx="360056" cy="359087"/>
      </dsp:txXfrm>
    </dsp:sp>
    <dsp:sp modelId="{0264D3FD-EAA3-4A6E-873C-BB59B6B7799D}">
      <dsp:nvSpPr>
        <dsp:cNvPr id="0" name=""/>
        <dsp:cNvSpPr/>
      </dsp:nvSpPr>
      <dsp:spPr>
        <a:xfrm>
          <a:off x="3388752" y="3323054"/>
          <a:ext cx="2419727" cy="14518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Financial Transparency: Implement an AI-driven pricing margins calculator to compute savings in real time.</a:t>
          </a:r>
        </a:p>
      </dsp:txBody>
      <dsp:txXfrm>
        <a:off x="3431275" y="3365577"/>
        <a:ext cx="2334681" cy="1366790"/>
      </dsp:txXfrm>
    </dsp:sp>
    <dsp:sp modelId="{27C185CA-DA97-41FB-90E0-8221C6D06F01}">
      <dsp:nvSpPr>
        <dsp:cNvPr id="0" name=""/>
        <dsp:cNvSpPr/>
      </dsp:nvSpPr>
      <dsp:spPr>
        <a:xfrm rot="10800000">
          <a:off x="2662834" y="3748926"/>
          <a:ext cx="512982" cy="6000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816729" y="3868944"/>
        <a:ext cx="359087" cy="360056"/>
      </dsp:txXfrm>
    </dsp:sp>
    <dsp:sp modelId="{AD1AB46B-860A-4B30-AE6E-1A964009BB74}">
      <dsp:nvSpPr>
        <dsp:cNvPr id="0" name=""/>
        <dsp:cNvSpPr/>
      </dsp:nvSpPr>
      <dsp:spPr>
        <a:xfrm>
          <a:off x="1134" y="3323054"/>
          <a:ext cx="2419727" cy="14518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Traceability Verification: Integrate dynamic QR codes linking to farm GPS and soil pH health metrics.</a:t>
          </a:r>
        </a:p>
      </dsp:txBody>
      <dsp:txXfrm>
        <a:off x="43657" y="3365577"/>
        <a:ext cx="2334681" cy="13667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ED616C-D5C2-4333-BEF3-D988D8731C8C}">
      <dsp:nvSpPr>
        <dsp:cNvPr id="0" name=""/>
        <dsp:cNvSpPr/>
      </dsp:nvSpPr>
      <dsp:spPr>
        <a:xfrm>
          <a:off x="211871" y="470129"/>
          <a:ext cx="1335675" cy="13356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FC493-6CC4-4C5D-93B7-52C9199310F7}">
      <dsp:nvSpPr>
        <dsp:cNvPr id="0" name=""/>
        <dsp:cNvSpPr/>
      </dsp:nvSpPr>
      <dsp:spPr>
        <a:xfrm>
          <a:off x="492362" y="750621"/>
          <a:ext cx="774691" cy="774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971A0-D0C7-41CE-AA71-0A757CCF8A5F}">
      <dsp:nvSpPr>
        <dsp:cNvPr id="0" name=""/>
        <dsp:cNvSpPr/>
      </dsp:nvSpPr>
      <dsp:spPr>
        <a:xfrm>
          <a:off x="1833762" y="470129"/>
          <a:ext cx="3148377" cy="133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Core Field: Full-Stack Web Development &amp; Agri-Tech Systems.</a:t>
          </a:r>
        </a:p>
      </dsp:txBody>
      <dsp:txXfrm>
        <a:off x="1833762" y="470129"/>
        <a:ext cx="3148377" cy="1335675"/>
      </dsp:txXfrm>
    </dsp:sp>
    <dsp:sp modelId="{DF4C463F-EB83-466B-9140-09FEE34CE4A1}">
      <dsp:nvSpPr>
        <dsp:cNvPr id="0" name=""/>
        <dsp:cNvSpPr/>
      </dsp:nvSpPr>
      <dsp:spPr>
        <a:xfrm>
          <a:off x="5530721" y="470129"/>
          <a:ext cx="1335675" cy="13356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3671-3B93-4E3F-B554-B22A6A073BA6}">
      <dsp:nvSpPr>
        <dsp:cNvPr id="0" name=""/>
        <dsp:cNvSpPr/>
      </dsp:nvSpPr>
      <dsp:spPr>
        <a:xfrm>
          <a:off x="5811213" y="750621"/>
          <a:ext cx="774691" cy="774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381AE5-5116-49E7-B3A7-6D218957BD01}">
      <dsp:nvSpPr>
        <dsp:cNvPr id="0" name=""/>
        <dsp:cNvSpPr/>
      </dsp:nvSpPr>
      <dsp:spPr>
        <a:xfrm>
          <a:off x="7152613" y="470129"/>
          <a:ext cx="3148377" cy="133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Database Focus: Relational database normalization, constraints, schemas, and API bindings.</a:t>
          </a:r>
        </a:p>
      </dsp:txBody>
      <dsp:txXfrm>
        <a:off x="7152613" y="470129"/>
        <a:ext cx="3148377" cy="1335675"/>
      </dsp:txXfrm>
    </dsp:sp>
    <dsp:sp modelId="{DD6DE4CA-743E-41AD-ABB2-13A50825DD7E}">
      <dsp:nvSpPr>
        <dsp:cNvPr id="0" name=""/>
        <dsp:cNvSpPr/>
      </dsp:nvSpPr>
      <dsp:spPr>
        <a:xfrm>
          <a:off x="211871" y="2545532"/>
          <a:ext cx="1335675" cy="13356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660973-47F1-4151-ADB5-0779694EA9CE}">
      <dsp:nvSpPr>
        <dsp:cNvPr id="0" name=""/>
        <dsp:cNvSpPr/>
      </dsp:nvSpPr>
      <dsp:spPr>
        <a:xfrm>
          <a:off x="492362" y="2826024"/>
          <a:ext cx="774691" cy="774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6F439-D234-4692-A245-003EC65D7750}">
      <dsp:nvSpPr>
        <dsp:cNvPr id="0" name=""/>
        <dsp:cNvSpPr/>
      </dsp:nvSpPr>
      <dsp:spPr>
        <a:xfrm>
          <a:off x="1833762" y="2545532"/>
          <a:ext cx="3148377" cy="133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Architecture Model: Single-Page Application (SPA) utilizing client-side hash routing.</a:t>
          </a:r>
        </a:p>
      </dsp:txBody>
      <dsp:txXfrm>
        <a:off x="1833762" y="2545532"/>
        <a:ext cx="3148377" cy="1335675"/>
      </dsp:txXfrm>
    </dsp:sp>
    <dsp:sp modelId="{E2A698B6-D4A4-409D-8A08-C397A7CD4D3C}">
      <dsp:nvSpPr>
        <dsp:cNvPr id="0" name=""/>
        <dsp:cNvSpPr/>
      </dsp:nvSpPr>
      <dsp:spPr>
        <a:xfrm>
          <a:off x="5530721" y="2545532"/>
          <a:ext cx="1335675" cy="133567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0CC154-BBEC-42B0-96DD-4B6DB1AA6928}">
      <dsp:nvSpPr>
        <dsp:cNvPr id="0" name=""/>
        <dsp:cNvSpPr/>
      </dsp:nvSpPr>
      <dsp:spPr>
        <a:xfrm>
          <a:off x="5811213" y="2826024"/>
          <a:ext cx="774691" cy="774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7D82AE-6641-4D94-8123-DB8DAB121FFC}">
      <dsp:nvSpPr>
        <dsp:cNvPr id="0" name=""/>
        <dsp:cNvSpPr/>
      </dsp:nvSpPr>
      <dsp:spPr>
        <a:xfrm>
          <a:off x="7152613" y="2545532"/>
          <a:ext cx="3148377" cy="133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Security Focus: Row Level Security (RLS) policies for user authentication and order integrity.</a:t>
          </a:r>
        </a:p>
      </dsp:txBody>
      <dsp:txXfrm>
        <a:off x="7152613" y="2545532"/>
        <a:ext cx="3148377" cy="1335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404AE-DF72-49B4-ACF8-279BC710C894}">
      <dsp:nvSpPr>
        <dsp:cNvPr id="0" name=""/>
        <dsp:cNvSpPr/>
      </dsp:nvSpPr>
      <dsp:spPr>
        <a:xfrm>
          <a:off x="81796" y="908655"/>
          <a:ext cx="897150" cy="8971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C42C5-7D14-4ED6-A608-C88FA1387AD7}">
      <dsp:nvSpPr>
        <dsp:cNvPr id="0" name=""/>
        <dsp:cNvSpPr/>
      </dsp:nvSpPr>
      <dsp:spPr>
        <a:xfrm>
          <a:off x="270198" y="1097056"/>
          <a:ext cx="520347" cy="5203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E206E-9F36-4904-AA22-726F6768FDF2}">
      <dsp:nvSpPr>
        <dsp:cNvPr id="0" name=""/>
        <dsp:cNvSpPr/>
      </dsp:nvSpPr>
      <dsp:spPr>
        <a:xfrm>
          <a:off x="117119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Front End: HTML5 (Semantic elements), CSS3 (Custom variables, glassmorphic layout, keyframe animations).</a:t>
          </a:r>
        </a:p>
      </dsp:txBody>
      <dsp:txXfrm>
        <a:off x="1171193" y="908655"/>
        <a:ext cx="2114711" cy="897150"/>
      </dsp:txXfrm>
    </dsp:sp>
    <dsp:sp modelId="{286C9124-FAD0-4A95-BC0C-BCA6501594DE}">
      <dsp:nvSpPr>
        <dsp:cNvPr id="0" name=""/>
        <dsp:cNvSpPr/>
      </dsp:nvSpPr>
      <dsp:spPr>
        <a:xfrm>
          <a:off x="3654377" y="908655"/>
          <a:ext cx="897150" cy="8971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156EF-29B1-4EC3-BB89-D4D4B4F53128}">
      <dsp:nvSpPr>
        <dsp:cNvPr id="0" name=""/>
        <dsp:cNvSpPr/>
      </dsp:nvSpPr>
      <dsp:spPr>
        <a:xfrm>
          <a:off x="3842778" y="1097056"/>
          <a:ext cx="520347" cy="5203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70F05-05EA-4AE4-BCF9-C7173CFA4DC8}">
      <dsp:nvSpPr>
        <dsp:cNvPr id="0" name=""/>
        <dsp:cNvSpPr/>
      </dsp:nvSpPr>
      <dsp:spPr>
        <a:xfrm>
          <a:off x="474377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Controller Logic: Vanilla ES6 JavaScript (Object-Oriented state management).</a:t>
          </a:r>
        </a:p>
      </dsp:txBody>
      <dsp:txXfrm>
        <a:off x="4743773" y="908655"/>
        <a:ext cx="2114711" cy="897150"/>
      </dsp:txXfrm>
    </dsp:sp>
    <dsp:sp modelId="{E68131B9-13B6-45EE-9632-632BFFB9A7D5}">
      <dsp:nvSpPr>
        <dsp:cNvPr id="0" name=""/>
        <dsp:cNvSpPr/>
      </dsp:nvSpPr>
      <dsp:spPr>
        <a:xfrm>
          <a:off x="7226957" y="908655"/>
          <a:ext cx="897150" cy="8971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F85451-D017-4054-B8D5-E29C31A3516B}">
      <dsp:nvSpPr>
        <dsp:cNvPr id="0" name=""/>
        <dsp:cNvSpPr/>
      </dsp:nvSpPr>
      <dsp:spPr>
        <a:xfrm>
          <a:off x="7415358" y="1097056"/>
          <a:ext cx="520347" cy="5203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30502-241B-4275-9494-ECF31535B132}">
      <dsp:nvSpPr>
        <dsp:cNvPr id="0" name=""/>
        <dsp:cNvSpPr/>
      </dsp:nvSpPr>
      <dsp:spPr>
        <a:xfrm>
          <a:off x="831635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Backend Database: Supabase Cloud Host (PostgreSQL).</a:t>
          </a:r>
        </a:p>
      </dsp:txBody>
      <dsp:txXfrm>
        <a:off x="8316353" y="908655"/>
        <a:ext cx="2114711" cy="897150"/>
      </dsp:txXfrm>
    </dsp:sp>
    <dsp:sp modelId="{8AA2212E-1B40-4165-B9D1-D722E54ED190}">
      <dsp:nvSpPr>
        <dsp:cNvPr id="0" name=""/>
        <dsp:cNvSpPr/>
      </dsp:nvSpPr>
      <dsp:spPr>
        <a:xfrm>
          <a:off x="81796" y="2545532"/>
          <a:ext cx="897150" cy="8971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CA21B-9AF5-49AD-8E94-1FC08C799326}">
      <dsp:nvSpPr>
        <dsp:cNvPr id="0" name=""/>
        <dsp:cNvSpPr/>
      </dsp:nvSpPr>
      <dsp:spPr>
        <a:xfrm>
          <a:off x="270198" y="2733934"/>
          <a:ext cx="520347" cy="5203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D7EB5-3AB9-4C2B-BF3F-99D540E16968}">
      <dsp:nvSpPr>
        <dsp:cNvPr id="0" name=""/>
        <dsp:cNvSpPr/>
      </dsp:nvSpPr>
      <dsp:spPr>
        <a:xfrm>
          <a:off x="117119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APIs &amp; Libraries: QRServer API, Lucide Icon Vector CDN.</a:t>
          </a:r>
        </a:p>
      </dsp:txBody>
      <dsp:txXfrm>
        <a:off x="1171193" y="2545532"/>
        <a:ext cx="2114711" cy="897150"/>
      </dsp:txXfrm>
    </dsp:sp>
    <dsp:sp modelId="{80370468-47D4-4EA1-AE0C-3C6444F5980F}">
      <dsp:nvSpPr>
        <dsp:cNvPr id="0" name=""/>
        <dsp:cNvSpPr/>
      </dsp:nvSpPr>
      <dsp:spPr>
        <a:xfrm>
          <a:off x="3654377" y="2545532"/>
          <a:ext cx="897150" cy="89715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73AC9-2D71-409F-A7FE-B7E775BC6568}">
      <dsp:nvSpPr>
        <dsp:cNvPr id="0" name=""/>
        <dsp:cNvSpPr/>
      </dsp:nvSpPr>
      <dsp:spPr>
        <a:xfrm>
          <a:off x="3842778" y="2733934"/>
          <a:ext cx="520347" cy="5203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FCE5F-D041-45BD-9C44-61979C6A9702}">
      <dsp:nvSpPr>
        <dsp:cNvPr id="0" name=""/>
        <dsp:cNvSpPr/>
      </dsp:nvSpPr>
      <dsp:spPr>
        <a:xfrm>
          <a:off x="474377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Development Server: Python HTTP server, tested on localhost:8000.</a:t>
          </a:r>
        </a:p>
      </dsp:txBody>
      <dsp:txXfrm>
        <a:off x="4743773" y="2545532"/>
        <a:ext cx="2114711" cy="8971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891EF-2282-4B29-8CCA-07453FD008CE}">
      <dsp:nvSpPr>
        <dsp:cNvPr id="0" name=""/>
        <dsp:cNvSpPr/>
      </dsp:nvSpPr>
      <dsp:spPr>
        <a:xfrm>
          <a:off x="971998" y="806758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96A78C-3129-48AA-9D0A-2F4B44DED8C1}">
      <dsp:nvSpPr>
        <dsp:cNvPr id="0" name=""/>
        <dsp:cNvSpPr/>
      </dsp:nvSpPr>
      <dsp:spPr>
        <a:xfrm>
          <a:off x="1241394" y="1076154"/>
          <a:ext cx="725296" cy="7252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41DC5-3F23-4F26-B945-DAF2AC7DAF54}">
      <dsp:nvSpPr>
        <dsp:cNvPr id="0" name=""/>
        <dsp:cNvSpPr/>
      </dsp:nvSpPr>
      <dsp:spPr>
        <a:xfrm>
          <a:off x="567904" y="2464579"/>
          <a:ext cx="2072276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Frontend Architecture: Lightweight Single-Page App utilizing hash-routing view controllers.</a:t>
          </a:r>
        </a:p>
      </dsp:txBody>
      <dsp:txXfrm>
        <a:off x="567904" y="2464579"/>
        <a:ext cx="2072276" cy="1080000"/>
      </dsp:txXfrm>
    </dsp:sp>
    <dsp:sp modelId="{1073F7E3-040C-49CA-91E0-54F3A385AED2}">
      <dsp:nvSpPr>
        <dsp:cNvPr id="0" name=""/>
        <dsp:cNvSpPr/>
      </dsp:nvSpPr>
      <dsp:spPr>
        <a:xfrm>
          <a:off x="3406923" y="806758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409BD-C164-4886-A305-5623538C6840}">
      <dsp:nvSpPr>
        <dsp:cNvPr id="0" name=""/>
        <dsp:cNvSpPr/>
      </dsp:nvSpPr>
      <dsp:spPr>
        <a:xfrm>
          <a:off x="3676319" y="1076154"/>
          <a:ext cx="725296" cy="7252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CA0B9-9F9C-4244-9839-D3F12F0C48D6}">
      <dsp:nvSpPr>
        <dsp:cNvPr id="0" name=""/>
        <dsp:cNvSpPr/>
      </dsp:nvSpPr>
      <dsp:spPr>
        <a:xfrm>
          <a:off x="3002829" y="2464579"/>
          <a:ext cx="2072276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Backend Architecture: Hosted Supabase cloud instance serving PostgreSQL tables.</a:t>
          </a:r>
        </a:p>
      </dsp:txBody>
      <dsp:txXfrm>
        <a:off x="3002829" y="2464579"/>
        <a:ext cx="2072276" cy="1080000"/>
      </dsp:txXfrm>
    </dsp:sp>
    <dsp:sp modelId="{694FCD43-E0DC-44F7-BCF1-A26FC1F7B622}">
      <dsp:nvSpPr>
        <dsp:cNvPr id="0" name=""/>
        <dsp:cNvSpPr/>
      </dsp:nvSpPr>
      <dsp:spPr>
        <a:xfrm>
          <a:off x="5841849" y="806758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E67C4-8261-4466-9C95-1E22A8BB2B38}">
      <dsp:nvSpPr>
        <dsp:cNvPr id="0" name=""/>
        <dsp:cNvSpPr/>
      </dsp:nvSpPr>
      <dsp:spPr>
        <a:xfrm>
          <a:off x="6111245" y="1076154"/>
          <a:ext cx="725296" cy="7252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45B9B-CADB-48A3-B991-CBFE3E7A3283}">
      <dsp:nvSpPr>
        <dsp:cNvPr id="0" name=""/>
        <dsp:cNvSpPr/>
      </dsp:nvSpPr>
      <dsp:spPr>
        <a:xfrm>
          <a:off x="5437755" y="2464579"/>
          <a:ext cx="2072276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Database Connectivity: Unified client wrapper db.js dynamically checks credentials.</a:t>
          </a:r>
        </a:p>
      </dsp:txBody>
      <dsp:txXfrm>
        <a:off x="5437755" y="2464579"/>
        <a:ext cx="2072276" cy="1080000"/>
      </dsp:txXfrm>
    </dsp:sp>
    <dsp:sp modelId="{F48B5237-29D4-4BEA-84D6-2488F0598FF6}">
      <dsp:nvSpPr>
        <dsp:cNvPr id="0" name=""/>
        <dsp:cNvSpPr/>
      </dsp:nvSpPr>
      <dsp:spPr>
        <a:xfrm>
          <a:off x="8276774" y="806758"/>
          <a:ext cx="1264088" cy="126408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AD602-06DD-4B68-9711-0E6C02D72A29}">
      <dsp:nvSpPr>
        <dsp:cNvPr id="0" name=""/>
        <dsp:cNvSpPr/>
      </dsp:nvSpPr>
      <dsp:spPr>
        <a:xfrm>
          <a:off x="8546170" y="1076154"/>
          <a:ext cx="725296" cy="7252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80429-36F9-4636-8394-DE8C7216FA95}">
      <dsp:nvSpPr>
        <dsp:cNvPr id="0" name=""/>
        <dsp:cNvSpPr/>
      </dsp:nvSpPr>
      <dsp:spPr>
        <a:xfrm>
          <a:off x="7872680" y="2464579"/>
          <a:ext cx="2072276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Resilient Offline Fallback: If cloud connection fails or is unconfigured, the app automatically switches to local browser LocalStorage, keeping the application unbreakable.</a:t>
          </a:r>
        </a:p>
      </dsp:txBody>
      <dsp:txXfrm>
        <a:off x="7872680" y="2464579"/>
        <a:ext cx="2072276" cy="108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28B8B-160A-4FC9-816E-3A99BF37ABA4}">
      <dsp:nvSpPr>
        <dsp:cNvPr id="0" name=""/>
        <dsp:cNvSpPr/>
      </dsp:nvSpPr>
      <dsp:spPr>
        <a:xfrm>
          <a:off x="0" y="0"/>
          <a:ext cx="8094903" cy="7834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Week 1-2: Requirement gathering, user persona analysis, and local prototyping.</a:t>
          </a:r>
        </a:p>
      </dsp:txBody>
      <dsp:txXfrm>
        <a:off x="22947" y="22947"/>
        <a:ext cx="7157826" cy="737563"/>
      </dsp:txXfrm>
    </dsp:sp>
    <dsp:sp modelId="{A1997355-D4EA-42CD-9543-658C0B836BDB}">
      <dsp:nvSpPr>
        <dsp:cNvPr id="0" name=""/>
        <dsp:cNvSpPr/>
      </dsp:nvSpPr>
      <dsp:spPr>
        <a:xfrm>
          <a:off x="604489" y="892271"/>
          <a:ext cx="8094903" cy="783457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Week 3-4: UI design, green styling tokens, and client-side routing modules.</a:t>
          </a:r>
        </a:p>
      </dsp:txBody>
      <dsp:txXfrm>
        <a:off x="627436" y="915218"/>
        <a:ext cx="6935272" cy="737563"/>
      </dsp:txXfrm>
    </dsp:sp>
    <dsp:sp modelId="{35618E36-0F42-4301-8E8D-519C546C47A9}">
      <dsp:nvSpPr>
        <dsp:cNvPr id="0" name=""/>
        <dsp:cNvSpPr/>
      </dsp:nvSpPr>
      <dsp:spPr>
        <a:xfrm>
          <a:off x="1208979" y="1784543"/>
          <a:ext cx="8094903" cy="783457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Week 5-6: Supabase Postgres database design, key mappings, and table relations setup.</a:t>
          </a:r>
        </a:p>
      </dsp:txBody>
      <dsp:txXfrm>
        <a:off x="1231926" y="1807490"/>
        <a:ext cx="6935272" cy="737563"/>
      </dsp:txXfrm>
    </dsp:sp>
    <dsp:sp modelId="{542CFA6F-63B0-4527-A7D3-EEF394B53840}">
      <dsp:nvSpPr>
        <dsp:cNvPr id="0" name=""/>
        <dsp:cNvSpPr/>
      </dsp:nvSpPr>
      <dsp:spPr>
        <a:xfrm>
          <a:off x="1813468" y="2676814"/>
          <a:ext cx="8094903" cy="783457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Week 7-8: Wrote English-Tamil localization engine and integrated AI price profit calculator.</a:t>
          </a:r>
        </a:p>
      </dsp:txBody>
      <dsp:txXfrm>
        <a:off x="1836415" y="2699761"/>
        <a:ext cx="6935272" cy="737563"/>
      </dsp:txXfrm>
    </dsp:sp>
    <dsp:sp modelId="{B3220AB2-256F-4623-8B46-34132C76ACC0}">
      <dsp:nvSpPr>
        <dsp:cNvPr id="0" name=""/>
        <dsp:cNvSpPr/>
      </dsp:nvSpPr>
      <dsp:spPr>
        <a:xfrm>
          <a:off x="2417958" y="3569086"/>
          <a:ext cx="8094903" cy="78345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Week 9-10: Programmed Digital Farm Passports, dynamic QR codes, testing, and report writing.</a:t>
          </a:r>
        </a:p>
      </dsp:txBody>
      <dsp:txXfrm>
        <a:off x="2440905" y="3592033"/>
        <a:ext cx="6935272" cy="737563"/>
      </dsp:txXfrm>
    </dsp:sp>
    <dsp:sp modelId="{AE5E900C-3156-4BCB-B7A1-D8D53D6B9992}">
      <dsp:nvSpPr>
        <dsp:cNvPr id="0" name=""/>
        <dsp:cNvSpPr/>
      </dsp:nvSpPr>
      <dsp:spPr>
        <a:xfrm>
          <a:off x="7585656" y="572359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0237" y="572359"/>
        <a:ext cx="280085" cy="383208"/>
      </dsp:txXfrm>
    </dsp:sp>
    <dsp:sp modelId="{391ECB79-B0B3-436B-B69B-A5A6124B4EA6}">
      <dsp:nvSpPr>
        <dsp:cNvPr id="0" name=""/>
        <dsp:cNvSpPr/>
      </dsp:nvSpPr>
      <dsp:spPr>
        <a:xfrm>
          <a:off x="8190145" y="146463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4726" y="1464631"/>
        <a:ext cx="280085" cy="383208"/>
      </dsp:txXfrm>
    </dsp:sp>
    <dsp:sp modelId="{62AA69F4-16B4-4BB4-91E5-3C30E704A0CD}">
      <dsp:nvSpPr>
        <dsp:cNvPr id="0" name=""/>
        <dsp:cNvSpPr/>
      </dsp:nvSpPr>
      <dsp:spPr>
        <a:xfrm>
          <a:off x="8794635" y="2343844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09216" y="2343844"/>
        <a:ext cx="280085" cy="383208"/>
      </dsp:txXfrm>
    </dsp:sp>
    <dsp:sp modelId="{AE69F753-D4E3-4262-A62D-CD9B3CFDC25D}">
      <dsp:nvSpPr>
        <dsp:cNvPr id="0" name=""/>
        <dsp:cNvSpPr/>
      </dsp:nvSpPr>
      <dsp:spPr>
        <a:xfrm>
          <a:off x="9399124" y="324482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3705" y="3244821"/>
        <a:ext cx="280085" cy="3832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F809-F66F-40D3-AAF7-B844AA81E262}">
      <dsp:nvSpPr>
        <dsp:cNvPr id="0" name=""/>
        <dsp:cNvSpPr/>
      </dsp:nvSpPr>
      <dsp:spPr>
        <a:xfrm>
          <a:off x="97018" y="3887"/>
          <a:ext cx="2715480" cy="16292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Responsive Home &amp; Shop Grid layouts built with pure CSS grids and flexbox.</a:t>
          </a:r>
        </a:p>
      </dsp:txBody>
      <dsp:txXfrm>
        <a:off x="144738" y="51607"/>
        <a:ext cx="2620040" cy="1533848"/>
      </dsp:txXfrm>
    </dsp:sp>
    <dsp:sp modelId="{9B925F03-EADA-4767-8A53-500B4C22AE6C}">
      <dsp:nvSpPr>
        <dsp:cNvPr id="0" name=""/>
        <dsp:cNvSpPr/>
      </dsp:nvSpPr>
      <dsp:spPr>
        <a:xfrm>
          <a:off x="3051460" y="481812"/>
          <a:ext cx="575681" cy="673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051460" y="616500"/>
        <a:ext cx="402977" cy="404063"/>
      </dsp:txXfrm>
    </dsp:sp>
    <dsp:sp modelId="{20FE92E2-EDAA-45B7-BBF6-B69A0CFD33F1}">
      <dsp:nvSpPr>
        <dsp:cNvPr id="0" name=""/>
        <dsp:cNvSpPr/>
      </dsp:nvSpPr>
      <dsp:spPr>
        <a:xfrm>
          <a:off x="3898690" y="3887"/>
          <a:ext cx="2715480" cy="16292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Implemented complete bilingual translation dictionary mapping static text and product attributes.</a:t>
          </a:r>
        </a:p>
      </dsp:txBody>
      <dsp:txXfrm>
        <a:off x="3946410" y="51607"/>
        <a:ext cx="2620040" cy="1533848"/>
      </dsp:txXfrm>
    </dsp:sp>
    <dsp:sp modelId="{2F63E3C9-BE87-41F8-97FF-AF065C42BBC5}">
      <dsp:nvSpPr>
        <dsp:cNvPr id="0" name=""/>
        <dsp:cNvSpPr/>
      </dsp:nvSpPr>
      <dsp:spPr>
        <a:xfrm>
          <a:off x="6853133" y="481812"/>
          <a:ext cx="575681" cy="673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853133" y="616500"/>
        <a:ext cx="402977" cy="404063"/>
      </dsp:txXfrm>
    </dsp:sp>
    <dsp:sp modelId="{6E33A0C1-38BD-4238-8FF4-12F24214BD43}">
      <dsp:nvSpPr>
        <dsp:cNvPr id="0" name=""/>
        <dsp:cNvSpPr/>
      </dsp:nvSpPr>
      <dsp:spPr>
        <a:xfrm>
          <a:off x="7700363" y="3887"/>
          <a:ext cx="2715480" cy="16292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Set up Supabase tables (Farmers, Consumers, Products, Orders) with primary/foreign key relations.</a:t>
          </a:r>
        </a:p>
      </dsp:txBody>
      <dsp:txXfrm>
        <a:off x="7748083" y="51607"/>
        <a:ext cx="2620040" cy="1533848"/>
      </dsp:txXfrm>
    </dsp:sp>
    <dsp:sp modelId="{395A2CF8-087A-446E-8D68-82E2E29FD002}">
      <dsp:nvSpPr>
        <dsp:cNvPr id="0" name=""/>
        <dsp:cNvSpPr/>
      </dsp:nvSpPr>
      <dsp:spPr>
        <a:xfrm rot="5400000">
          <a:off x="8770262" y="1823259"/>
          <a:ext cx="575681" cy="673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8856071" y="1872138"/>
        <a:ext cx="404063" cy="402977"/>
      </dsp:txXfrm>
    </dsp:sp>
    <dsp:sp modelId="{52070D2B-EAA7-47E0-8059-95460E663A3E}">
      <dsp:nvSpPr>
        <dsp:cNvPr id="0" name=""/>
        <dsp:cNvSpPr/>
      </dsp:nvSpPr>
      <dsp:spPr>
        <a:xfrm>
          <a:off x="7700363" y="2719368"/>
          <a:ext cx="2715480" cy="162928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Integrated QRServer API to render traceable crop codes dynamically based on harvest batch IDs.</a:t>
          </a:r>
        </a:p>
      </dsp:txBody>
      <dsp:txXfrm>
        <a:off x="7748083" y="2767088"/>
        <a:ext cx="2620040" cy="1533848"/>
      </dsp:txXfrm>
    </dsp:sp>
    <dsp:sp modelId="{956D530D-B336-4242-8369-C30CAF882B47}">
      <dsp:nvSpPr>
        <dsp:cNvPr id="0" name=""/>
        <dsp:cNvSpPr/>
      </dsp:nvSpPr>
      <dsp:spPr>
        <a:xfrm rot="10800000">
          <a:off x="6885719" y="3197292"/>
          <a:ext cx="575681" cy="6734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7058423" y="3331980"/>
        <a:ext cx="402977" cy="404063"/>
      </dsp:txXfrm>
    </dsp:sp>
    <dsp:sp modelId="{2A8FC7D3-E31C-4A18-A2F4-71554B7005FB}">
      <dsp:nvSpPr>
        <dsp:cNvPr id="0" name=""/>
        <dsp:cNvSpPr/>
      </dsp:nvSpPr>
      <dsp:spPr>
        <a:xfrm>
          <a:off x="3898690" y="2719368"/>
          <a:ext cx="2715480" cy="162928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Designed checkout validations preventing foreign key errors and order mismatches.</a:t>
          </a:r>
        </a:p>
      </dsp:txBody>
      <dsp:txXfrm>
        <a:off x="3946410" y="2767088"/>
        <a:ext cx="2620040" cy="15338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1B1A1-F75D-4F16-BB62-0979C83E333A}">
      <dsp:nvSpPr>
        <dsp:cNvPr id="0" name=""/>
        <dsp:cNvSpPr/>
      </dsp:nvSpPr>
      <dsp:spPr>
        <a:xfrm>
          <a:off x="3593" y="612591"/>
          <a:ext cx="1945495" cy="272369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Farmers Table: farmer_id (PK), name, farm_name, contact_number, location, products.</a:t>
          </a:r>
        </a:p>
      </dsp:txBody>
      <dsp:txXfrm>
        <a:off x="3593" y="1647594"/>
        <a:ext cx="1945495" cy="1634216"/>
      </dsp:txXfrm>
    </dsp:sp>
    <dsp:sp modelId="{ACF7A27D-E105-4231-9A96-C7671CC5B5F6}">
      <dsp:nvSpPr>
        <dsp:cNvPr id="0" name=""/>
        <dsp:cNvSpPr/>
      </dsp:nvSpPr>
      <dsp:spPr>
        <a:xfrm>
          <a:off x="567786" y="884960"/>
          <a:ext cx="817108" cy="817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449" y="1004623"/>
        <a:ext cx="577782" cy="577782"/>
      </dsp:txXfrm>
    </dsp:sp>
    <dsp:sp modelId="{B07544F1-AF01-43C2-AF8A-51192B18671B}">
      <dsp:nvSpPr>
        <dsp:cNvPr id="0" name=""/>
        <dsp:cNvSpPr/>
      </dsp:nvSpPr>
      <dsp:spPr>
        <a:xfrm>
          <a:off x="3593" y="3336212"/>
          <a:ext cx="194549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6C0F9-A02A-4462-A37F-EDF08349407C}">
      <dsp:nvSpPr>
        <dsp:cNvPr id="0" name=""/>
        <dsp:cNvSpPr/>
      </dsp:nvSpPr>
      <dsp:spPr>
        <a:xfrm>
          <a:off x="2143638" y="612591"/>
          <a:ext cx="1945495" cy="272369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Consumers Table: consumer_id (PK), name, email, contact_number, Address.</a:t>
          </a:r>
        </a:p>
      </dsp:txBody>
      <dsp:txXfrm>
        <a:off x="2143638" y="1647594"/>
        <a:ext cx="1945495" cy="1634216"/>
      </dsp:txXfrm>
    </dsp:sp>
    <dsp:sp modelId="{96EF01BF-6CD2-4739-95C7-C326786AA9AA}">
      <dsp:nvSpPr>
        <dsp:cNvPr id="0" name=""/>
        <dsp:cNvSpPr/>
      </dsp:nvSpPr>
      <dsp:spPr>
        <a:xfrm>
          <a:off x="2707831" y="884960"/>
          <a:ext cx="817108" cy="817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7494" y="1004623"/>
        <a:ext cx="577782" cy="577782"/>
      </dsp:txXfrm>
    </dsp:sp>
    <dsp:sp modelId="{8F90FAB6-9C3E-4550-8A95-F4F8ACE2CA6C}">
      <dsp:nvSpPr>
        <dsp:cNvPr id="0" name=""/>
        <dsp:cNvSpPr/>
      </dsp:nvSpPr>
      <dsp:spPr>
        <a:xfrm>
          <a:off x="2143638" y="3336212"/>
          <a:ext cx="194549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D7C30-C04D-4068-B163-3F3BEA60CC12}">
      <dsp:nvSpPr>
        <dsp:cNvPr id="0" name=""/>
        <dsp:cNvSpPr/>
      </dsp:nvSpPr>
      <dsp:spPr>
        <a:xfrm>
          <a:off x="4283683" y="612591"/>
          <a:ext cx="1945495" cy="272369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Products Table: product_id (PK), product_name, category, price, quantity, farmer_id (FK), description, harvest_date, image_url.</a:t>
          </a:r>
        </a:p>
      </dsp:txBody>
      <dsp:txXfrm>
        <a:off x="4283683" y="1647594"/>
        <a:ext cx="1945495" cy="1634216"/>
      </dsp:txXfrm>
    </dsp:sp>
    <dsp:sp modelId="{519E7EAE-8E7C-4EB9-8F17-7B8640A89848}">
      <dsp:nvSpPr>
        <dsp:cNvPr id="0" name=""/>
        <dsp:cNvSpPr/>
      </dsp:nvSpPr>
      <dsp:spPr>
        <a:xfrm>
          <a:off x="4847876" y="884960"/>
          <a:ext cx="817108" cy="8171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7539" y="1004623"/>
        <a:ext cx="577782" cy="577782"/>
      </dsp:txXfrm>
    </dsp:sp>
    <dsp:sp modelId="{E1870F77-00CE-4F8C-912A-C4E2F35EA06D}">
      <dsp:nvSpPr>
        <dsp:cNvPr id="0" name=""/>
        <dsp:cNvSpPr/>
      </dsp:nvSpPr>
      <dsp:spPr>
        <a:xfrm>
          <a:off x="4283683" y="3336212"/>
          <a:ext cx="194549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93BB9-856B-4EFA-935E-B274DD9AA8BC}">
      <dsp:nvSpPr>
        <dsp:cNvPr id="0" name=""/>
        <dsp:cNvSpPr/>
      </dsp:nvSpPr>
      <dsp:spPr>
        <a:xfrm>
          <a:off x="6423728" y="612591"/>
          <a:ext cx="1945495" cy="2723693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Orders Table: order_id (PK), customer_id (FK), product_id (FK), quantity, total_price, order_status.</a:t>
          </a:r>
        </a:p>
      </dsp:txBody>
      <dsp:txXfrm>
        <a:off x="6423728" y="1647594"/>
        <a:ext cx="1945495" cy="1634216"/>
      </dsp:txXfrm>
    </dsp:sp>
    <dsp:sp modelId="{5748BE6C-8E25-4529-8BD8-7F37A39D9149}">
      <dsp:nvSpPr>
        <dsp:cNvPr id="0" name=""/>
        <dsp:cNvSpPr/>
      </dsp:nvSpPr>
      <dsp:spPr>
        <a:xfrm>
          <a:off x="6987921" y="884960"/>
          <a:ext cx="817108" cy="817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7584" y="1004623"/>
        <a:ext cx="577782" cy="577782"/>
      </dsp:txXfrm>
    </dsp:sp>
    <dsp:sp modelId="{ED651461-0A77-4E8C-B3D0-CCE2B2B530A0}">
      <dsp:nvSpPr>
        <dsp:cNvPr id="0" name=""/>
        <dsp:cNvSpPr/>
      </dsp:nvSpPr>
      <dsp:spPr>
        <a:xfrm>
          <a:off x="6423728" y="3336212"/>
          <a:ext cx="1945495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F59BA-BF2A-4FBB-BE36-A2ECAB0E3153}">
      <dsp:nvSpPr>
        <dsp:cNvPr id="0" name=""/>
        <dsp:cNvSpPr/>
      </dsp:nvSpPr>
      <dsp:spPr>
        <a:xfrm>
          <a:off x="8563773" y="612591"/>
          <a:ext cx="1945495" cy="2723693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78" tIns="330200" rIns="15167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Structural Cardinality: 1 Farmer lists N Products (1:N); 1 Consumer places N Orders (1:N).</a:t>
          </a:r>
        </a:p>
      </dsp:txBody>
      <dsp:txXfrm>
        <a:off x="8563773" y="1647594"/>
        <a:ext cx="1945495" cy="1634216"/>
      </dsp:txXfrm>
    </dsp:sp>
    <dsp:sp modelId="{3EB22221-5803-4BF8-9E33-B982A6CE6520}">
      <dsp:nvSpPr>
        <dsp:cNvPr id="0" name=""/>
        <dsp:cNvSpPr/>
      </dsp:nvSpPr>
      <dsp:spPr>
        <a:xfrm>
          <a:off x="9127966" y="884960"/>
          <a:ext cx="817108" cy="817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05" tIns="12700" rIns="63705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47629" y="1004623"/>
        <a:ext cx="577782" cy="577782"/>
      </dsp:txXfrm>
    </dsp:sp>
    <dsp:sp modelId="{64D14142-E58E-451C-B24A-7540FA2080EF}">
      <dsp:nvSpPr>
        <dsp:cNvPr id="0" name=""/>
        <dsp:cNvSpPr/>
      </dsp:nvSpPr>
      <dsp:spPr>
        <a:xfrm>
          <a:off x="8563773" y="3336212"/>
          <a:ext cx="1945495" cy="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9F1D1-8DA7-4F74-8863-849B6C20D4BD}">
      <dsp:nvSpPr>
        <dsp:cNvPr id="0" name=""/>
        <dsp:cNvSpPr/>
      </dsp:nvSpPr>
      <dsp:spPr>
        <a:xfrm>
          <a:off x="788464" y="0"/>
          <a:ext cx="8935932" cy="4352544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7B494-1EED-470B-AF16-4754816A4C4F}">
      <dsp:nvSpPr>
        <dsp:cNvPr id="0" name=""/>
        <dsp:cNvSpPr/>
      </dsp:nvSpPr>
      <dsp:spPr>
        <a:xfrm>
          <a:off x="5261" y="1305763"/>
          <a:ext cx="2530684" cy="17410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Client Interface (Browser) -&gt; Controller (app.js) -&gt; Database Client Router (db.js).</a:t>
          </a:r>
        </a:p>
      </dsp:txBody>
      <dsp:txXfrm>
        <a:off x="90250" y="1390752"/>
        <a:ext cx="2360706" cy="1571039"/>
      </dsp:txXfrm>
    </dsp:sp>
    <dsp:sp modelId="{9F96E64F-0DE5-4F8F-9F0D-8F2ABACEF5AC}">
      <dsp:nvSpPr>
        <dsp:cNvPr id="0" name=""/>
        <dsp:cNvSpPr/>
      </dsp:nvSpPr>
      <dsp:spPr>
        <a:xfrm>
          <a:off x="2662479" y="1305763"/>
          <a:ext cx="2530684" cy="1741017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If Online (Status Green): Communicates via fetch requests directly to Supabase Cloud PostgreSQL DB.</a:t>
          </a:r>
        </a:p>
      </dsp:txBody>
      <dsp:txXfrm>
        <a:off x="2747468" y="1390752"/>
        <a:ext cx="2360706" cy="1571039"/>
      </dsp:txXfrm>
    </dsp:sp>
    <dsp:sp modelId="{955D6EC1-7F8A-4F5E-A58F-FE89BCF33ED8}">
      <dsp:nvSpPr>
        <dsp:cNvPr id="0" name=""/>
        <dsp:cNvSpPr/>
      </dsp:nvSpPr>
      <dsp:spPr>
        <a:xfrm>
          <a:off x="5319698" y="1305763"/>
          <a:ext cx="2530684" cy="1741017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If Offline (Status Red): Switches database router destination to LocalStorage Mock DB.</a:t>
          </a:r>
        </a:p>
      </dsp:txBody>
      <dsp:txXfrm>
        <a:off x="5404687" y="1390752"/>
        <a:ext cx="2360706" cy="1571039"/>
      </dsp:txXfrm>
    </dsp:sp>
    <dsp:sp modelId="{236B93F2-CC41-401A-831F-BB1533DAB0B5}">
      <dsp:nvSpPr>
        <dsp:cNvPr id="0" name=""/>
        <dsp:cNvSpPr/>
      </dsp:nvSpPr>
      <dsp:spPr>
        <a:xfrm>
          <a:off x="7976916" y="1305763"/>
          <a:ext cx="2530684" cy="1741017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Advantage: Allows presentation and evaluation to proceed successfully in any network environment.</a:t>
          </a:r>
        </a:p>
      </dsp:txBody>
      <dsp:txXfrm>
        <a:off x="8061905" y="1390752"/>
        <a:ext cx="2360706" cy="15710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06CFCB-272A-4BC9-A830-28B6F769BDF3}">
      <dsp:nvSpPr>
        <dsp:cNvPr id="0" name=""/>
        <dsp:cNvSpPr/>
      </dsp:nvSpPr>
      <dsp:spPr>
        <a:xfrm>
          <a:off x="0" y="3428"/>
          <a:ext cx="10817352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459C0-5A51-4FAF-A079-B0E85C56DA92}">
      <dsp:nvSpPr>
        <dsp:cNvPr id="0" name=""/>
        <dsp:cNvSpPr/>
      </dsp:nvSpPr>
      <dsp:spPr>
        <a:xfrm>
          <a:off x="220939" y="167763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7D7E6-B033-4A51-9B85-204C3163EC86}">
      <dsp:nvSpPr>
        <dsp:cNvPr id="0" name=""/>
        <dsp:cNvSpPr/>
      </dsp:nvSpPr>
      <dsp:spPr>
        <a:xfrm>
          <a:off x="843585" y="3428"/>
          <a:ext cx="9973766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Home Dashboard: Statistics counter, featured crops, sliding recent platform activities feed.</a:t>
          </a:r>
        </a:p>
      </dsp:txBody>
      <dsp:txXfrm>
        <a:off x="843585" y="3428"/>
        <a:ext cx="9973766" cy="730377"/>
      </dsp:txXfrm>
    </dsp:sp>
    <dsp:sp modelId="{086D717C-5F60-4183-A054-F63802E0481C}">
      <dsp:nvSpPr>
        <dsp:cNvPr id="0" name=""/>
        <dsp:cNvSpPr/>
      </dsp:nvSpPr>
      <dsp:spPr>
        <a:xfrm>
          <a:off x="0" y="916400"/>
          <a:ext cx="10817352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86BEA-F325-47AA-A5D8-7A10EB88D86C}">
      <dsp:nvSpPr>
        <dsp:cNvPr id="0" name=""/>
        <dsp:cNvSpPr/>
      </dsp:nvSpPr>
      <dsp:spPr>
        <a:xfrm>
          <a:off x="220939" y="1080735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D179C-8246-4FBC-85B4-4E7753A345D6}">
      <dsp:nvSpPr>
        <dsp:cNvPr id="0" name=""/>
        <dsp:cNvSpPr/>
      </dsp:nvSpPr>
      <dsp:spPr>
        <a:xfrm>
          <a:off x="843585" y="916400"/>
          <a:ext cx="9973766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Marketplace Grid: Search crop records and filter by Fruits, Vegetables, Grains, Organic.</a:t>
          </a:r>
        </a:p>
      </dsp:txBody>
      <dsp:txXfrm>
        <a:off x="843585" y="916400"/>
        <a:ext cx="9973766" cy="730377"/>
      </dsp:txXfrm>
    </dsp:sp>
    <dsp:sp modelId="{1E933DF1-6D59-4E5F-ADD5-FD7CFA4BFD4C}">
      <dsp:nvSpPr>
        <dsp:cNvPr id="0" name=""/>
        <dsp:cNvSpPr/>
      </dsp:nvSpPr>
      <dsp:spPr>
        <a:xfrm>
          <a:off x="0" y="1829371"/>
          <a:ext cx="10817352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47A18-3CBE-4707-8DD5-29CC9ACB271D}">
      <dsp:nvSpPr>
        <dsp:cNvPr id="0" name=""/>
        <dsp:cNvSpPr/>
      </dsp:nvSpPr>
      <dsp:spPr>
        <a:xfrm>
          <a:off x="220939" y="1993706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7B9EC-1D77-4AFA-A0B9-E2E4E9F5B805}">
      <dsp:nvSpPr>
        <dsp:cNvPr id="0" name=""/>
        <dsp:cNvSpPr/>
      </dsp:nvSpPr>
      <dsp:spPr>
        <a:xfrm>
          <a:off x="843585" y="1829371"/>
          <a:ext cx="9973766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Digital Passport: QR crop trace containing soil pH health ratings and farm GPS locations.</a:t>
          </a:r>
        </a:p>
      </dsp:txBody>
      <dsp:txXfrm>
        <a:off x="843585" y="1829371"/>
        <a:ext cx="9973766" cy="730377"/>
      </dsp:txXfrm>
    </dsp:sp>
    <dsp:sp modelId="{41D506D6-1042-493F-84FF-749CFE34037D}">
      <dsp:nvSpPr>
        <dsp:cNvPr id="0" name=""/>
        <dsp:cNvSpPr/>
      </dsp:nvSpPr>
      <dsp:spPr>
        <a:xfrm>
          <a:off x="0" y="2742342"/>
          <a:ext cx="10817352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AA473-4DC9-4C2B-BFA5-28EF391C90C2}">
      <dsp:nvSpPr>
        <dsp:cNvPr id="0" name=""/>
        <dsp:cNvSpPr/>
      </dsp:nvSpPr>
      <dsp:spPr>
        <a:xfrm>
          <a:off x="220939" y="2906677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74FDC-17FC-40AE-9D61-36B4FBDA8000}">
      <dsp:nvSpPr>
        <dsp:cNvPr id="0" name=""/>
        <dsp:cNvSpPr/>
      </dsp:nvSpPr>
      <dsp:spPr>
        <a:xfrm>
          <a:off x="843585" y="2742342"/>
          <a:ext cx="9973766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AI Price Calculator: Interactive math form showing Mandi middlemen prices vs farmer earnings.</a:t>
          </a:r>
        </a:p>
      </dsp:txBody>
      <dsp:txXfrm>
        <a:off x="843585" y="2742342"/>
        <a:ext cx="9973766" cy="730377"/>
      </dsp:txXfrm>
    </dsp:sp>
    <dsp:sp modelId="{F389FB50-5AFC-4B84-8330-8454272E6F17}">
      <dsp:nvSpPr>
        <dsp:cNvPr id="0" name=""/>
        <dsp:cNvSpPr/>
      </dsp:nvSpPr>
      <dsp:spPr>
        <a:xfrm>
          <a:off x="0" y="3655314"/>
          <a:ext cx="10817352" cy="73037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1D0C4-FB65-4FC1-8DAD-0F28EE332B4B}">
      <dsp:nvSpPr>
        <dsp:cNvPr id="0" name=""/>
        <dsp:cNvSpPr/>
      </dsp:nvSpPr>
      <dsp:spPr>
        <a:xfrm>
          <a:off x="220939" y="3819648"/>
          <a:ext cx="401707" cy="401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2B6E9-3EBA-4DC7-85A7-19138814B818}">
      <dsp:nvSpPr>
        <dsp:cNvPr id="0" name=""/>
        <dsp:cNvSpPr/>
      </dsp:nvSpPr>
      <dsp:spPr>
        <a:xfrm>
          <a:off x="843585" y="3655314"/>
          <a:ext cx="9973766" cy="730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298" tIns="77298" rIns="77298" bIns="772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Invoicing &amp; Tracking: 4-stage shipment delivery timeline and print-ready GST invoices.</a:t>
          </a:r>
        </a:p>
      </dsp:txBody>
      <dsp:txXfrm>
        <a:off x="843585" y="3655314"/>
        <a:ext cx="9973766" cy="73037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04562-A9FB-4506-9B1F-590BE73C3D92}">
      <dsp:nvSpPr>
        <dsp:cNvPr id="0" name=""/>
        <dsp:cNvSpPr/>
      </dsp:nvSpPr>
      <dsp:spPr>
        <a:xfrm>
          <a:off x="0" y="238245"/>
          <a:ext cx="6243639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Core Skills Gained: Backend Cloud integration, responsive web layouts, database normalization.</a:t>
          </a:r>
        </a:p>
      </dsp:txBody>
      <dsp:txXfrm>
        <a:off x="60077" y="298322"/>
        <a:ext cx="6123485" cy="1110539"/>
      </dsp:txXfrm>
    </dsp:sp>
    <dsp:sp modelId="{82E8C589-135D-4E7F-B761-05B9698B0480}">
      <dsp:nvSpPr>
        <dsp:cNvPr id="0" name=""/>
        <dsp:cNvSpPr/>
      </dsp:nvSpPr>
      <dsp:spPr>
        <a:xfrm>
          <a:off x="0" y="1532299"/>
          <a:ext cx="6243639" cy="123069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Technical Challenge: Handling database relational mismatches when offline local storage users tried checking out on a live Supabase database instance.</a:t>
          </a:r>
        </a:p>
      </dsp:txBody>
      <dsp:txXfrm>
        <a:off x="60077" y="1592376"/>
        <a:ext cx="6123485" cy="1110539"/>
      </dsp:txXfrm>
    </dsp:sp>
    <dsp:sp modelId="{825FCC75-2729-4227-818C-7DEAC588F082}">
      <dsp:nvSpPr>
        <dsp:cNvPr id="0" name=""/>
        <dsp:cNvSpPr/>
      </dsp:nvSpPr>
      <dsp:spPr>
        <a:xfrm>
          <a:off x="0" y="2826353"/>
          <a:ext cx="6243639" cy="123069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Solution: Coded robust validations checking for customer registration status before permitting checkouts.</a:t>
          </a:r>
        </a:p>
      </dsp:txBody>
      <dsp:txXfrm>
        <a:off x="60077" y="2886430"/>
        <a:ext cx="6123485" cy="1110539"/>
      </dsp:txXfrm>
    </dsp:sp>
    <dsp:sp modelId="{070439DF-A5F4-4FEA-9BAA-E57C74C1FAD1}">
      <dsp:nvSpPr>
        <dsp:cNvPr id="0" name=""/>
        <dsp:cNvSpPr/>
      </dsp:nvSpPr>
      <dsp:spPr>
        <a:xfrm>
          <a:off x="0" y="4120407"/>
          <a:ext cx="6243639" cy="123069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Learning Outcome: Learned full-stack C2C application lifecycle deployment and offline resilience design.</a:t>
          </a:r>
        </a:p>
      </dsp:txBody>
      <dsp:txXfrm>
        <a:off x="60077" y="4180484"/>
        <a:ext cx="6123485" cy="1110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5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0152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rPr dirty="0" err="1"/>
              <a:t>FarmConnect</a:t>
            </a:r>
            <a:r>
              <a:rPr dirty="0"/>
              <a:t>: Direct Farmer-to-Consumer C2C Marketplace</a:t>
            </a:r>
          </a:p>
          <a:p>
            <a:pPr algn="ctr">
              <a:spcBef>
                <a:spcPts val="4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rPr dirty="0"/>
              <a:t>Submitted by: THANYA SUSILA N</a:t>
            </a:r>
            <a:r>
              <a:rPr lang="en-IN" dirty="0"/>
              <a:t> </a:t>
            </a:r>
            <a:r>
              <a:rPr dirty="0"/>
              <a:t>B (24SBCS108)</a:t>
            </a:r>
            <a:br>
              <a:rPr dirty="0"/>
            </a:br>
            <a:r>
              <a:rPr dirty="0"/>
              <a:t>PSGR </a:t>
            </a:r>
            <a:r>
              <a:rPr dirty="0" err="1"/>
              <a:t>Krishnammal</a:t>
            </a:r>
            <a:r>
              <a:rPr dirty="0"/>
              <a:t> College for Women, Coimbatore</a:t>
            </a:r>
          </a:p>
        </p:txBody>
      </p:sp>
    </p:spTree>
  </p:cSld>
  <p:clrMapOvr>
    <a:masterClrMapping/>
  </p:clrMapOvr>
  <p:transition spd="slow">
    <p:wip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1E695C-9BDD-8DA8-5D21-E8C30CB974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23" b="9885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365125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2. Internship Problem Statement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1E857BC-9278-7F69-3AA6-9B095A4DBE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046307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52547" y="548464"/>
            <a:ext cx="6796770" cy="1675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4000">
                <a:latin typeface="+mj-lt"/>
                <a:ea typeface="+mj-ea"/>
                <a:cs typeface="+mj-cs"/>
              </a:rPr>
              <a:t>3. Organization Profile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B57B1-7824-1221-AC5F-1313983FD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77" r="33412"/>
          <a:stretch>
            <a:fillRect/>
          </a:stretch>
        </p:blipFill>
        <p:spPr>
          <a:xfrm>
            <a:off x="20" y="10"/>
            <a:ext cx="4195384" cy="6857990"/>
          </a:xfrm>
          <a:prstGeom prst="rect">
            <a:avLst/>
          </a:prstGeom>
          <a:effectLst/>
        </p:spPr>
      </p:pic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770F0FEC-9EBC-4E57-9EAA-C642C0B677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192966"/>
              </p:ext>
            </p:extLst>
          </p:nvPr>
        </p:nvGraphicFramePr>
        <p:xfrm>
          <a:off x="4552548" y="2409830"/>
          <a:ext cx="6796768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215665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673770"/>
            <a:ext cx="3219491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4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Internship Objectives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5309EAF-C529-25E1-DBD8-D307A4076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401966"/>
              </p:ext>
            </p:extLst>
          </p:nvPr>
        </p:nvGraphicFramePr>
        <p:xfrm>
          <a:off x="5541228" y="541606"/>
          <a:ext cx="5809615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6995"/>
            <a:ext cx="10512862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Internship Domain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2E2E210-06DF-2630-0908-9158524FC5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4745444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6995"/>
            <a:ext cx="10512862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6. System / Technology Specification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D4A2D86-CEB6-9006-EF2C-D2BDCAAC4D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6381975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6995"/>
            <a:ext cx="10512862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7. About Front End and Back End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4296CF6-E6B0-5778-5D5C-AB48C12C2F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36564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7188"/>
            <a:ext cx="10512862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8. Internship Workflow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EAAAA0A-5FED-00B4-4711-F38C586C4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6161624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7188"/>
            <a:ext cx="10512862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9. Tasks / Activities Completed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91E5B6E-1D93-383F-2A4A-C19D2A099D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7791056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365125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10. Database Details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1" y="1865313"/>
            <a:ext cx="10421446" cy="18288"/>
          </a:xfrm>
          <a:custGeom>
            <a:avLst/>
            <a:gdLst>
              <a:gd name="csX0" fmla="*/ 0 w 10421446"/>
              <a:gd name="csY0" fmla="*/ 0 h 18288"/>
              <a:gd name="csX1" fmla="*/ 903192 w 10421446"/>
              <a:gd name="csY1" fmla="*/ 0 h 18288"/>
              <a:gd name="csX2" fmla="*/ 1389526 w 10421446"/>
              <a:gd name="csY2" fmla="*/ 0 h 18288"/>
              <a:gd name="csX3" fmla="*/ 2188504 w 10421446"/>
              <a:gd name="csY3" fmla="*/ 0 h 18288"/>
              <a:gd name="csX4" fmla="*/ 2674838 w 10421446"/>
              <a:gd name="csY4" fmla="*/ 0 h 18288"/>
              <a:gd name="csX5" fmla="*/ 3369601 w 10421446"/>
              <a:gd name="csY5" fmla="*/ 0 h 18288"/>
              <a:gd name="csX6" fmla="*/ 4168578 w 10421446"/>
              <a:gd name="csY6" fmla="*/ 0 h 18288"/>
              <a:gd name="csX7" fmla="*/ 4550698 w 10421446"/>
              <a:gd name="csY7" fmla="*/ 0 h 18288"/>
              <a:gd name="csX8" fmla="*/ 4932818 w 10421446"/>
              <a:gd name="csY8" fmla="*/ 0 h 18288"/>
              <a:gd name="csX9" fmla="*/ 5836010 w 10421446"/>
              <a:gd name="csY9" fmla="*/ 0 h 18288"/>
              <a:gd name="csX10" fmla="*/ 6530773 w 10421446"/>
              <a:gd name="csY10" fmla="*/ 0 h 18288"/>
              <a:gd name="csX11" fmla="*/ 6912893 w 10421446"/>
              <a:gd name="csY11" fmla="*/ 0 h 18288"/>
              <a:gd name="csX12" fmla="*/ 7607656 w 10421446"/>
              <a:gd name="csY12" fmla="*/ 0 h 18288"/>
              <a:gd name="csX13" fmla="*/ 8510848 w 10421446"/>
              <a:gd name="csY13" fmla="*/ 0 h 18288"/>
              <a:gd name="csX14" fmla="*/ 9101396 w 10421446"/>
              <a:gd name="csY14" fmla="*/ 0 h 18288"/>
              <a:gd name="csX15" fmla="*/ 9691945 w 10421446"/>
              <a:gd name="csY15" fmla="*/ 0 h 18288"/>
              <a:gd name="csX16" fmla="*/ 10421446 w 10421446"/>
              <a:gd name="csY16" fmla="*/ 0 h 18288"/>
              <a:gd name="csX17" fmla="*/ 10421446 w 10421446"/>
              <a:gd name="csY17" fmla="*/ 18288 h 18288"/>
              <a:gd name="csX18" fmla="*/ 9726683 w 10421446"/>
              <a:gd name="csY18" fmla="*/ 18288 h 18288"/>
              <a:gd name="csX19" fmla="*/ 8927705 w 10421446"/>
              <a:gd name="csY19" fmla="*/ 18288 h 18288"/>
              <a:gd name="csX20" fmla="*/ 8128728 w 10421446"/>
              <a:gd name="csY20" fmla="*/ 18288 h 18288"/>
              <a:gd name="csX21" fmla="*/ 7642394 w 10421446"/>
              <a:gd name="csY21" fmla="*/ 18288 h 18288"/>
              <a:gd name="csX22" fmla="*/ 6739202 w 10421446"/>
              <a:gd name="csY22" fmla="*/ 18288 h 18288"/>
              <a:gd name="csX23" fmla="*/ 6044439 w 10421446"/>
              <a:gd name="csY23" fmla="*/ 18288 h 18288"/>
              <a:gd name="csX24" fmla="*/ 5662319 w 10421446"/>
              <a:gd name="csY24" fmla="*/ 18288 h 18288"/>
              <a:gd name="csX25" fmla="*/ 4967556 w 10421446"/>
              <a:gd name="csY25" fmla="*/ 18288 h 18288"/>
              <a:gd name="csX26" fmla="*/ 4377007 w 10421446"/>
              <a:gd name="csY26" fmla="*/ 18288 h 18288"/>
              <a:gd name="csX27" fmla="*/ 3786459 w 10421446"/>
              <a:gd name="csY27" fmla="*/ 18288 h 18288"/>
              <a:gd name="csX28" fmla="*/ 3195910 w 10421446"/>
              <a:gd name="csY28" fmla="*/ 18288 h 18288"/>
              <a:gd name="csX29" fmla="*/ 2605362 w 10421446"/>
              <a:gd name="csY29" fmla="*/ 18288 h 18288"/>
              <a:gd name="csX30" fmla="*/ 1806384 w 10421446"/>
              <a:gd name="csY30" fmla="*/ 18288 h 18288"/>
              <a:gd name="csX31" fmla="*/ 1111621 w 10421446"/>
              <a:gd name="csY31" fmla="*/ 18288 h 18288"/>
              <a:gd name="csX32" fmla="*/ 729501 w 10421446"/>
              <a:gd name="csY32" fmla="*/ 18288 h 18288"/>
              <a:gd name="csX33" fmla="*/ 0 w 10421446"/>
              <a:gd name="csY33" fmla="*/ 18288 h 18288"/>
              <a:gd name="csX34" fmla="*/ 0 w 10421446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1446" h="18288" fill="none" extrusionOk="0">
                <a:moveTo>
                  <a:pt x="0" y="0"/>
                </a:moveTo>
                <a:cubicBezTo>
                  <a:pt x="266543" y="40386"/>
                  <a:pt x="629193" y="-8096"/>
                  <a:pt x="903192" y="0"/>
                </a:cubicBezTo>
                <a:cubicBezTo>
                  <a:pt x="1177191" y="8096"/>
                  <a:pt x="1155338" y="16929"/>
                  <a:pt x="1389526" y="0"/>
                </a:cubicBezTo>
                <a:cubicBezTo>
                  <a:pt x="1623714" y="-16929"/>
                  <a:pt x="1918199" y="14006"/>
                  <a:pt x="2188504" y="0"/>
                </a:cubicBezTo>
                <a:cubicBezTo>
                  <a:pt x="2458809" y="-14006"/>
                  <a:pt x="2562505" y="-21891"/>
                  <a:pt x="2674838" y="0"/>
                </a:cubicBezTo>
                <a:cubicBezTo>
                  <a:pt x="2787171" y="21891"/>
                  <a:pt x="3174047" y="9189"/>
                  <a:pt x="3369601" y="0"/>
                </a:cubicBezTo>
                <a:cubicBezTo>
                  <a:pt x="3565155" y="-9189"/>
                  <a:pt x="3936250" y="-11118"/>
                  <a:pt x="4168578" y="0"/>
                </a:cubicBezTo>
                <a:cubicBezTo>
                  <a:pt x="4400906" y="11118"/>
                  <a:pt x="4453802" y="-5805"/>
                  <a:pt x="4550698" y="0"/>
                </a:cubicBezTo>
                <a:cubicBezTo>
                  <a:pt x="4647594" y="5805"/>
                  <a:pt x="4849807" y="8451"/>
                  <a:pt x="4932818" y="0"/>
                </a:cubicBezTo>
                <a:cubicBezTo>
                  <a:pt x="5015829" y="-8451"/>
                  <a:pt x="5571138" y="30760"/>
                  <a:pt x="5836010" y="0"/>
                </a:cubicBezTo>
                <a:cubicBezTo>
                  <a:pt x="6100882" y="-30760"/>
                  <a:pt x="6279363" y="23792"/>
                  <a:pt x="6530773" y="0"/>
                </a:cubicBezTo>
                <a:cubicBezTo>
                  <a:pt x="6782183" y="-23792"/>
                  <a:pt x="6789292" y="16544"/>
                  <a:pt x="6912893" y="0"/>
                </a:cubicBezTo>
                <a:cubicBezTo>
                  <a:pt x="7036494" y="-16544"/>
                  <a:pt x="7282428" y="-31499"/>
                  <a:pt x="7607656" y="0"/>
                </a:cubicBezTo>
                <a:cubicBezTo>
                  <a:pt x="7932884" y="31499"/>
                  <a:pt x="8255179" y="44205"/>
                  <a:pt x="8510848" y="0"/>
                </a:cubicBezTo>
                <a:cubicBezTo>
                  <a:pt x="8766517" y="-44205"/>
                  <a:pt x="8932971" y="23937"/>
                  <a:pt x="9101396" y="0"/>
                </a:cubicBezTo>
                <a:cubicBezTo>
                  <a:pt x="9269821" y="-23937"/>
                  <a:pt x="9414097" y="29147"/>
                  <a:pt x="9691945" y="0"/>
                </a:cubicBezTo>
                <a:cubicBezTo>
                  <a:pt x="9969793" y="-29147"/>
                  <a:pt x="10269441" y="13129"/>
                  <a:pt x="10421446" y="0"/>
                </a:cubicBezTo>
                <a:cubicBezTo>
                  <a:pt x="10421784" y="7640"/>
                  <a:pt x="10420996" y="11289"/>
                  <a:pt x="10421446" y="18288"/>
                </a:cubicBezTo>
                <a:cubicBezTo>
                  <a:pt x="10169428" y="23076"/>
                  <a:pt x="10040912" y="-13387"/>
                  <a:pt x="9726683" y="18288"/>
                </a:cubicBezTo>
                <a:cubicBezTo>
                  <a:pt x="9412454" y="49963"/>
                  <a:pt x="9246638" y="13850"/>
                  <a:pt x="8927705" y="18288"/>
                </a:cubicBezTo>
                <a:cubicBezTo>
                  <a:pt x="8608772" y="22726"/>
                  <a:pt x="8316092" y="5310"/>
                  <a:pt x="8128728" y="18288"/>
                </a:cubicBezTo>
                <a:cubicBezTo>
                  <a:pt x="7941364" y="31266"/>
                  <a:pt x="7821946" y="19978"/>
                  <a:pt x="7642394" y="18288"/>
                </a:cubicBezTo>
                <a:cubicBezTo>
                  <a:pt x="7462842" y="16598"/>
                  <a:pt x="7160658" y="46195"/>
                  <a:pt x="6739202" y="18288"/>
                </a:cubicBezTo>
                <a:cubicBezTo>
                  <a:pt x="6317746" y="-9619"/>
                  <a:pt x="6347952" y="10328"/>
                  <a:pt x="6044439" y="18288"/>
                </a:cubicBezTo>
                <a:cubicBezTo>
                  <a:pt x="5740926" y="26248"/>
                  <a:pt x="5792730" y="36246"/>
                  <a:pt x="5662319" y="18288"/>
                </a:cubicBezTo>
                <a:cubicBezTo>
                  <a:pt x="5531908" y="330"/>
                  <a:pt x="5294507" y="22631"/>
                  <a:pt x="4967556" y="18288"/>
                </a:cubicBezTo>
                <a:cubicBezTo>
                  <a:pt x="4640605" y="13945"/>
                  <a:pt x="4618645" y="2443"/>
                  <a:pt x="4377007" y="18288"/>
                </a:cubicBezTo>
                <a:cubicBezTo>
                  <a:pt x="4135369" y="34133"/>
                  <a:pt x="4036032" y="38384"/>
                  <a:pt x="3786459" y="18288"/>
                </a:cubicBezTo>
                <a:cubicBezTo>
                  <a:pt x="3536886" y="-1808"/>
                  <a:pt x="3433532" y="37191"/>
                  <a:pt x="3195910" y="18288"/>
                </a:cubicBezTo>
                <a:cubicBezTo>
                  <a:pt x="2958288" y="-615"/>
                  <a:pt x="2775620" y="7282"/>
                  <a:pt x="2605362" y="18288"/>
                </a:cubicBezTo>
                <a:cubicBezTo>
                  <a:pt x="2435104" y="29294"/>
                  <a:pt x="2045682" y="34103"/>
                  <a:pt x="1806384" y="18288"/>
                </a:cubicBezTo>
                <a:cubicBezTo>
                  <a:pt x="1567086" y="2473"/>
                  <a:pt x="1334795" y="2507"/>
                  <a:pt x="1111621" y="18288"/>
                </a:cubicBezTo>
                <a:cubicBezTo>
                  <a:pt x="888447" y="34069"/>
                  <a:pt x="881093" y="28150"/>
                  <a:pt x="729501" y="18288"/>
                </a:cubicBezTo>
                <a:cubicBezTo>
                  <a:pt x="577909" y="8426"/>
                  <a:pt x="180699" y="-6923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1446" h="18288" stroke="0" extrusionOk="0">
                <a:moveTo>
                  <a:pt x="0" y="0"/>
                </a:moveTo>
                <a:cubicBezTo>
                  <a:pt x="265895" y="-13146"/>
                  <a:pt x="409783" y="-16250"/>
                  <a:pt x="590549" y="0"/>
                </a:cubicBezTo>
                <a:cubicBezTo>
                  <a:pt x="771315" y="16250"/>
                  <a:pt x="873851" y="-7264"/>
                  <a:pt x="972668" y="0"/>
                </a:cubicBezTo>
                <a:cubicBezTo>
                  <a:pt x="1071485" y="7264"/>
                  <a:pt x="1494533" y="-2828"/>
                  <a:pt x="1875860" y="0"/>
                </a:cubicBezTo>
                <a:cubicBezTo>
                  <a:pt x="2257187" y="2828"/>
                  <a:pt x="2280468" y="-28651"/>
                  <a:pt x="2466409" y="0"/>
                </a:cubicBezTo>
                <a:cubicBezTo>
                  <a:pt x="2652350" y="28651"/>
                  <a:pt x="2780672" y="-14794"/>
                  <a:pt x="3056957" y="0"/>
                </a:cubicBezTo>
                <a:cubicBezTo>
                  <a:pt x="3333242" y="14794"/>
                  <a:pt x="3776466" y="-6198"/>
                  <a:pt x="3960149" y="0"/>
                </a:cubicBezTo>
                <a:cubicBezTo>
                  <a:pt x="4143832" y="6198"/>
                  <a:pt x="4286540" y="20367"/>
                  <a:pt x="4446484" y="0"/>
                </a:cubicBezTo>
                <a:cubicBezTo>
                  <a:pt x="4606429" y="-20367"/>
                  <a:pt x="5046693" y="21561"/>
                  <a:pt x="5349676" y="0"/>
                </a:cubicBezTo>
                <a:cubicBezTo>
                  <a:pt x="5652659" y="-21561"/>
                  <a:pt x="5842814" y="13545"/>
                  <a:pt x="6252868" y="0"/>
                </a:cubicBezTo>
                <a:cubicBezTo>
                  <a:pt x="6662922" y="-13545"/>
                  <a:pt x="6690572" y="-14512"/>
                  <a:pt x="6947631" y="0"/>
                </a:cubicBezTo>
                <a:cubicBezTo>
                  <a:pt x="7204690" y="14512"/>
                  <a:pt x="7621419" y="-14123"/>
                  <a:pt x="7850823" y="0"/>
                </a:cubicBezTo>
                <a:cubicBezTo>
                  <a:pt x="8080227" y="14123"/>
                  <a:pt x="8272600" y="-26639"/>
                  <a:pt x="8441371" y="0"/>
                </a:cubicBezTo>
                <a:cubicBezTo>
                  <a:pt x="8610142" y="26639"/>
                  <a:pt x="8815759" y="5164"/>
                  <a:pt x="9031920" y="0"/>
                </a:cubicBezTo>
                <a:cubicBezTo>
                  <a:pt x="9248081" y="-5164"/>
                  <a:pt x="9557644" y="-22597"/>
                  <a:pt x="9830897" y="0"/>
                </a:cubicBezTo>
                <a:cubicBezTo>
                  <a:pt x="10104150" y="22597"/>
                  <a:pt x="10163656" y="-15658"/>
                  <a:pt x="10421446" y="0"/>
                </a:cubicBezTo>
                <a:cubicBezTo>
                  <a:pt x="10421571" y="4395"/>
                  <a:pt x="10421371" y="9776"/>
                  <a:pt x="10421446" y="18288"/>
                </a:cubicBezTo>
                <a:cubicBezTo>
                  <a:pt x="10240847" y="-14925"/>
                  <a:pt x="9873564" y="25763"/>
                  <a:pt x="9622468" y="18288"/>
                </a:cubicBezTo>
                <a:cubicBezTo>
                  <a:pt x="9371372" y="10813"/>
                  <a:pt x="9166491" y="18558"/>
                  <a:pt x="8927705" y="18288"/>
                </a:cubicBezTo>
                <a:cubicBezTo>
                  <a:pt x="8688919" y="18018"/>
                  <a:pt x="8689888" y="4445"/>
                  <a:pt x="8545586" y="18288"/>
                </a:cubicBezTo>
                <a:cubicBezTo>
                  <a:pt x="8401284" y="32131"/>
                  <a:pt x="8240244" y="20853"/>
                  <a:pt x="8059252" y="18288"/>
                </a:cubicBezTo>
                <a:cubicBezTo>
                  <a:pt x="7878260" y="15723"/>
                  <a:pt x="7478813" y="-9520"/>
                  <a:pt x="7156060" y="18288"/>
                </a:cubicBezTo>
                <a:cubicBezTo>
                  <a:pt x="6833307" y="46096"/>
                  <a:pt x="6755593" y="39841"/>
                  <a:pt x="6461297" y="18288"/>
                </a:cubicBezTo>
                <a:cubicBezTo>
                  <a:pt x="6167001" y="-3265"/>
                  <a:pt x="6158306" y="25783"/>
                  <a:pt x="5974962" y="18288"/>
                </a:cubicBezTo>
                <a:cubicBezTo>
                  <a:pt x="5791618" y="10793"/>
                  <a:pt x="5570111" y="7336"/>
                  <a:pt x="5280199" y="18288"/>
                </a:cubicBezTo>
                <a:cubicBezTo>
                  <a:pt x="4990287" y="29240"/>
                  <a:pt x="5085259" y="20004"/>
                  <a:pt x="4898080" y="18288"/>
                </a:cubicBezTo>
                <a:cubicBezTo>
                  <a:pt x="4710901" y="16572"/>
                  <a:pt x="4604566" y="8228"/>
                  <a:pt x="4515960" y="18288"/>
                </a:cubicBezTo>
                <a:cubicBezTo>
                  <a:pt x="4427354" y="28348"/>
                  <a:pt x="4059659" y="36890"/>
                  <a:pt x="3821197" y="18288"/>
                </a:cubicBezTo>
                <a:cubicBezTo>
                  <a:pt x="3582735" y="-314"/>
                  <a:pt x="3466211" y="35834"/>
                  <a:pt x="3334863" y="18288"/>
                </a:cubicBezTo>
                <a:cubicBezTo>
                  <a:pt x="3203515" y="742"/>
                  <a:pt x="2830188" y="-17445"/>
                  <a:pt x="2535885" y="18288"/>
                </a:cubicBezTo>
                <a:cubicBezTo>
                  <a:pt x="2241582" y="54021"/>
                  <a:pt x="2206481" y="18963"/>
                  <a:pt x="2049551" y="18288"/>
                </a:cubicBezTo>
                <a:cubicBezTo>
                  <a:pt x="1892621" y="17613"/>
                  <a:pt x="1433267" y="3007"/>
                  <a:pt x="1250574" y="18288"/>
                </a:cubicBezTo>
                <a:cubicBezTo>
                  <a:pt x="1067881" y="33569"/>
                  <a:pt x="987869" y="22500"/>
                  <a:pt x="868454" y="18288"/>
                </a:cubicBezTo>
                <a:cubicBezTo>
                  <a:pt x="749039" y="14076"/>
                  <a:pt x="300948" y="41213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3616AC1-05AE-49EB-C975-99117F77F7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644423"/>
              </p:ext>
            </p:extLst>
          </p:nvPr>
        </p:nvGraphicFramePr>
        <p:xfrm>
          <a:off x="837981" y="2228087"/>
          <a:ext cx="10512862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7981" y="557188"/>
            <a:ext cx="10512862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11. System Architecture</a:t>
            </a:r>
          </a:p>
        </p:txBody>
      </p:sp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585666DB-342F-134E-0F1B-2FBDA8F07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91359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IN"/>
              <a:t>12. Modules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94DDEA4-3B98-BB70-8458-99749F34FDA0}"/>
              </a:ext>
            </a:extLst>
          </p:cNvPr>
          <p:cNvGraphicFramePr/>
          <p:nvPr/>
        </p:nvGraphicFramePr>
        <p:xfrm>
          <a:off x="685800" y="1828800"/>
          <a:ext cx="10817352" cy="43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E8E9D3F-8FFC-44B7-BFB9-B2888CCB5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5552" y="1122363"/>
            <a:ext cx="3511617" cy="320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13. Screenshots /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A4C419-5959-41E1-8F5D-4385DE6B3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6395" y="346883"/>
            <a:ext cx="146304" cy="703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F4C787-1BA6-1A9A-040C-B4ECAD257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76" y="566831"/>
            <a:ext cx="6874269" cy="323090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F923961-7523-4DA3-A6B8-16492042B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594" y="4546920"/>
            <a:ext cx="351161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E841A67-E7A9-750D-0F73-EC47911DE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61" y="4115503"/>
            <a:ext cx="1725077" cy="2110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8C1E94-C3FC-A83A-86B6-5BF649F6B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143" y="4115503"/>
            <a:ext cx="1876933" cy="21089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76AFBB-F837-0485-3F8F-B58426CEC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129" y="4115503"/>
            <a:ext cx="1924384" cy="2108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9269" y="1070800"/>
            <a:ext cx="3938662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10552F"/>
                </a:solidFill>
                <a:latin typeface="Georgia"/>
              </a:defRPr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14. Skills, Challenges &amp; Learning Outcomes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6821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extBox 2">
            <a:extLst>
              <a:ext uri="{FF2B5EF4-FFF2-40B4-BE49-F238E27FC236}">
                <a16:creationId xmlns:a16="http://schemas.microsoft.com/office/drawing/2014/main" id="{4D26310D-85ED-65B6-ECF8-A77120FBB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0857550"/>
              </p:ext>
            </p:extLst>
          </p:nvPr>
        </p:nvGraphicFramePr>
        <p:xfrm>
          <a:off x="5107204" y="1070800"/>
          <a:ext cx="624363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5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15. Future Plan &amp; Conclusion</a:t>
            </a:r>
          </a:p>
          <a:p>
            <a:pPr>
              <a:spcAft>
                <a:spcPts val="1400"/>
              </a:spcAft>
              <a:defRPr sz="2000">
                <a:solidFill>
                  <a:srgbClr val="E8F5E9"/>
                </a:solidFill>
                <a:latin typeface="Arial"/>
              </a:defRPr>
            </a:pPr>
            <a:r>
              <a:t>• Future Integration: Add Razorpay Payment Gateways and SMS alert notifications via Twilio API.</a:t>
            </a:r>
            <a:br/>
            <a:r>
              <a:t>• Logistics Upgrade: Integrate Google Maps Route Optimization API for direct farm shipping coordinates.</a:t>
            </a:r>
            <a:br/>
            <a:r>
              <a:t>• Conclusion: FarmConnect successfully bridges the gap between rural farmers and consumers. It demonstrates how simple full-stack web technologies can enhance rural profits by +185% while lowering costs for buyers.</a:t>
            </a:r>
          </a:p>
          <a:p>
            <a:pPr algn="ctr">
              <a:spcBef>
                <a:spcPts val="3000"/>
              </a:spcBef>
              <a:defRPr sz="32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1106</Words>
  <Application>Microsoft Office PowerPoint</Application>
  <PresentationFormat>Custom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THANYA SUSILA</cp:lastModifiedBy>
  <cp:revision>2</cp:revision>
  <dcterms:created xsi:type="dcterms:W3CDTF">2013-01-27T09:14:16Z</dcterms:created>
  <dcterms:modified xsi:type="dcterms:W3CDTF">2026-08-14T05:54:30Z</dcterms:modified>
  <cp:category/>
</cp:coreProperties>
</file>